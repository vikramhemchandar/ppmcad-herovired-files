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tags/tag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308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328" r:id="rId12"/>
  </p:sldIdLst>
  <p:sldSz cx="14630400" cy="8229600"/>
  <p:notesSz cx="8229600" cy="14630400"/>
  <p:embeddedFontLst>
    <p:embeddedFont>
      <p:font typeface="Consolas" panose="020B0609020204030204" pitchFamily="49" charset="0"/>
      <p:regular r:id="rId14"/>
      <p:bold r:id="rId15"/>
      <p:italic r:id="rId16"/>
      <p:boldItalic r:id="rId17"/>
    </p:embeddedFont>
    <p:embeddedFont>
      <p:font typeface="Nunito Semi Bold" panose="020B0604020202020204" charset="0"/>
      <p:regular r:id="rId18"/>
      <p:bold r:id="rId19"/>
    </p:embeddedFont>
    <p:embeddedFont>
      <p:font typeface="Open Sans" pitchFamily="2" charset="0"/>
      <p:regular r:id="rId20"/>
      <p:bold r:id="rId21"/>
      <p:italic r:id="rId22"/>
      <p:boldItalic r:id="rId23"/>
    </p:embeddedFont>
    <p:embeddedFont>
      <p:font typeface="PT Sans" panose="020B0503020203020204" pitchFamily="34" charset="0"/>
      <p:regular r:id="rId24"/>
      <p:bold r:id="rId25"/>
      <p:italic r:id="rId26"/>
      <p:boldItalic r:id="rId27"/>
    </p:embeddedFont>
    <p:embeddedFont>
      <p:font typeface="Roboto" panose="02000000000000000000" pitchFamily="2" charset="0"/>
      <p:regular r:id="rId28"/>
      <p:bold r:id="rId2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21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font" Target="fonts/font13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font" Target="fonts/font1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font" Target="fonts/font15.fntdata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font" Target="fonts/font14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9/29/2025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28800" y="1346836"/>
            <a:ext cx="10972800" cy="2865120"/>
          </a:xfrm>
        </p:spPr>
        <p:txBody>
          <a:bodyPr anchor="b"/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4322446"/>
            <a:ext cx="10972800" cy="1986914"/>
          </a:xfrm>
        </p:spPr>
        <p:txBody>
          <a:bodyPr/>
          <a:lstStyle>
            <a:lvl1pPr marL="0" indent="0" algn="ctr">
              <a:buNone/>
              <a:defRPr sz="2160"/>
            </a:lvl1pPr>
            <a:lvl2pPr marL="411480" indent="0" algn="ctr">
              <a:buNone/>
              <a:defRPr sz="1800"/>
            </a:lvl2pPr>
            <a:lvl3pPr marL="822960" indent="0" algn="ctr">
              <a:buNone/>
              <a:defRPr sz="1620"/>
            </a:lvl3pPr>
            <a:lvl4pPr marL="1234440" indent="0" algn="ctr">
              <a:buNone/>
              <a:defRPr sz="1440"/>
            </a:lvl4pPr>
            <a:lvl5pPr marL="1645920" indent="0" algn="ctr">
              <a:buNone/>
              <a:defRPr sz="1440"/>
            </a:lvl5pPr>
            <a:lvl6pPr marL="2057400" indent="0" algn="ctr">
              <a:buNone/>
              <a:defRPr sz="1440"/>
            </a:lvl6pPr>
            <a:lvl7pPr marL="2468880" indent="0" algn="ctr">
              <a:buNone/>
              <a:defRPr sz="1440"/>
            </a:lvl7pPr>
            <a:lvl8pPr marL="2880360" indent="0" algn="ctr">
              <a:buNone/>
              <a:defRPr sz="1440"/>
            </a:lvl8pPr>
            <a:lvl9pPr marL="3291840" indent="0" algn="ctr">
              <a:buNone/>
              <a:defRPr sz="144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8221" y="2051686"/>
            <a:ext cx="12618720" cy="3423284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8221" y="5507356"/>
            <a:ext cx="12618720" cy="1800224"/>
          </a:xfrm>
        </p:spPr>
        <p:txBody>
          <a:bodyPr/>
          <a:lstStyle>
            <a:lvl1pPr marL="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1pPr>
            <a:lvl2pPr marL="41148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822960" indent="0">
              <a:buNone/>
              <a:defRPr sz="1620">
                <a:solidFill>
                  <a:schemeClr val="tx1">
                    <a:tint val="75000"/>
                  </a:schemeClr>
                </a:solidFill>
              </a:defRPr>
            </a:lvl3pPr>
            <a:lvl4pPr marL="123444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4pPr>
            <a:lvl5pPr marL="164592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5pPr>
            <a:lvl6pPr marL="205740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6pPr>
            <a:lvl7pPr marL="246888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7pPr>
            <a:lvl8pPr marL="288036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8pPr>
            <a:lvl9pPr marL="329184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31520" y="1920240"/>
            <a:ext cx="6452006" cy="54311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46874" y="1920240"/>
            <a:ext cx="6452006" cy="54311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438150"/>
            <a:ext cx="12618720" cy="159067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7746" y="2017396"/>
            <a:ext cx="6189344" cy="988694"/>
          </a:xfrm>
        </p:spPr>
        <p:txBody>
          <a:bodyPr anchor="b"/>
          <a:lstStyle>
            <a:lvl1pPr marL="0" indent="0">
              <a:buNone/>
              <a:defRPr sz="2160" b="1"/>
            </a:lvl1pPr>
            <a:lvl2pPr marL="411480" indent="0">
              <a:buNone/>
              <a:defRPr sz="1800" b="1"/>
            </a:lvl2pPr>
            <a:lvl3pPr marL="822960" indent="0">
              <a:buNone/>
              <a:defRPr sz="1620" b="1"/>
            </a:lvl3pPr>
            <a:lvl4pPr marL="1234440" indent="0">
              <a:buNone/>
              <a:defRPr sz="1440" b="1"/>
            </a:lvl4pPr>
            <a:lvl5pPr marL="1645920" indent="0">
              <a:buNone/>
              <a:defRPr sz="1440" b="1"/>
            </a:lvl5pPr>
            <a:lvl6pPr marL="2057400" indent="0">
              <a:buNone/>
              <a:defRPr sz="1440" b="1"/>
            </a:lvl6pPr>
            <a:lvl7pPr marL="2468880" indent="0">
              <a:buNone/>
              <a:defRPr sz="1440" b="1"/>
            </a:lvl7pPr>
            <a:lvl8pPr marL="2880360" indent="0">
              <a:buNone/>
              <a:defRPr sz="1440" b="1"/>
            </a:lvl8pPr>
            <a:lvl9pPr marL="3291840" indent="0">
              <a:buNone/>
              <a:defRPr sz="14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7746" y="3006090"/>
            <a:ext cx="6189344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406640" y="2017396"/>
            <a:ext cx="6219826" cy="988694"/>
          </a:xfrm>
        </p:spPr>
        <p:txBody>
          <a:bodyPr anchor="b"/>
          <a:lstStyle>
            <a:lvl1pPr marL="0" indent="0">
              <a:buNone/>
              <a:defRPr sz="2160" b="1"/>
            </a:lvl1pPr>
            <a:lvl2pPr marL="411480" indent="0">
              <a:buNone/>
              <a:defRPr sz="1800" b="1"/>
            </a:lvl2pPr>
            <a:lvl3pPr marL="822960" indent="0">
              <a:buNone/>
              <a:defRPr sz="1620" b="1"/>
            </a:lvl3pPr>
            <a:lvl4pPr marL="1234440" indent="0">
              <a:buNone/>
              <a:defRPr sz="1440" b="1"/>
            </a:lvl4pPr>
            <a:lvl5pPr marL="1645920" indent="0">
              <a:buNone/>
              <a:defRPr sz="1440" b="1"/>
            </a:lvl5pPr>
            <a:lvl6pPr marL="2057400" indent="0">
              <a:buNone/>
              <a:defRPr sz="1440" b="1"/>
            </a:lvl6pPr>
            <a:lvl7pPr marL="2468880" indent="0">
              <a:buNone/>
              <a:defRPr sz="1440" b="1"/>
            </a:lvl7pPr>
            <a:lvl8pPr marL="2880360" indent="0">
              <a:buNone/>
              <a:defRPr sz="1440" b="1"/>
            </a:lvl8pPr>
            <a:lvl9pPr marL="3291840" indent="0">
              <a:buNone/>
              <a:defRPr sz="14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406640" y="3006090"/>
            <a:ext cx="6219826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5" cy="1920240"/>
          </a:xfrm>
        </p:spPr>
        <p:txBody>
          <a:bodyPr anchor="b"/>
          <a:lstStyle>
            <a:lvl1pPr>
              <a:defRPr sz="288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19826" y="1184910"/>
            <a:ext cx="7406640" cy="5848350"/>
          </a:xfrm>
        </p:spPr>
        <p:txBody>
          <a:bodyPr/>
          <a:lstStyle>
            <a:lvl1pPr>
              <a:defRPr sz="2880"/>
            </a:lvl1pPr>
            <a:lvl2pPr>
              <a:defRPr sz="2520"/>
            </a:lvl2pPr>
            <a:lvl3pPr>
              <a:defRPr sz="216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5" cy="4573906"/>
          </a:xfrm>
        </p:spPr>
        <p:txBody>
          <a:bodyPr/>
          <a:lstStyle>
            <a:lvl1pPr marL="0" indent="0">
              <a:buNone/>
              <a:defRPr sz="1440"/>
            </a:lvl1pPr>
            <a:lvl2pPr marL="411480" indent="0">
              <a:buNone/>
              <a:defRPr sz="1260"/>
            </a:lvl2pPr>
            <a:lvl3pPr marL="822960" indent="0">
              <a:buNone/>
              <a:defRPr sz="1080"/>
            </a:lvl3pPr>
            <a:lvl4pPr marL="1234440" indent="0">
              <a:buNone/>
              <a:defRPr sz="900"/>
            </a:lvl4pPr>
            <a:lvl5pPr marL="1645920" indent="0">
              <a:buNone/>
              <a:defRPr sz="900"/>
            </a:lvl5pPr>
            <a:lvl6pPr marL="2057400" indent="0">
              <a:buNone/>
              <a:defRPr sz="900"/>
            </a:lvl6pPr>
            <a:lvl7pPr marL="2468880" indent="0">
              <a:buNone/>
              <a:defRPr sz="900"/>
            </a:lvl7pPr>
            <a:lvl8pPr marL="2880360" indent="0">
              <a:buNone/>
              <a:defRPr sz="900"/>
            </a:lvl8pPr>
            <a:lvl9pPr marL="329184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5" cy="1920240"/>
          </a:xfrm>
        </p:spPr>
        <p:txBody>
          <a:bodyPr anchor="b"/>
          <a:lstStyle>
            <a:lvl1pPr>
              <a:defRPr sz="288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219826" y="1184910"/>
            <a:ext cx="7406640" cy="5848350"/>
          </a:xfrm>
        </p:spPr>
        <p:txBody>
          <a:bodyPr/>
          <a:lstStyle>
            <a:lvl1pPr marL="0" indent="0">
              <a:buNone/>
              <a:defRPr sz="2880"/>
            </a:lvl1pPr>
            <a:lvl2pPr marL="411480" indent="0">
              <a:buNone/>
              <a:defRPr sz="2520"/>
            </a:lvl2pPr>
            <a:lvl3pPr marL="822960" indent="0">
              <a:buNone/>
              <a:defRPr sz="2160"/>
            </a:lvl3pPr>
            <a:lvl4pPr marL="1234440" indent="0">
              <a:buNone/>
              <a:defRPr sz="1800"/>
            </a:lvl4pPr>
            <a:lvl5pPr marL="1645920" indent="0">
              <a:buNone/>
              <a:defRPr sz="1800"/>
            </a:lvl5pPr>
            <a:lvl6pPr marL="2057400" indent="0">
              <a:buNone/>
              <a:defRPr sz="1800"/>
            </a:lvl6pPr>
            <a:lvl7pPr marL="2468880" indent="0">
              <a:buNone/>
              <a:defRPr sz="1800"/>
            </a:lvl7pPr>
            <a:lvl8pPr marL="2880360" indent="0">
              <a:buNone/>
              <a:defRPr sz="1800"/>
            </a:lvl8pPr>
            <a:lvl9pPr marL="3291840" indent="0">
              <a:buNone/>
              <a:defRPr sz="18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5" cy="4573906"/>
          </a:xfrm>
        </p:spPr>
        <p:txBody>
          <a:bodyPr/>
          <a:lstStyle>
            <a:lvl1pPr marL="0" indent="0">
              <a:buNone/>
              <a:defRPr sz="1440"/>
            </a:lvl1pPr>
            <a:lvl2pPr marL="411480" indent="0">
              <a:buNone/>
              <a:defRPr sz="1260"/>
            </a:lvl2pPr>
            <a:lvl3pPr marL="822960" indent="0">
              <a:buNone/>
              <a:defRPr sz="1080"/>
            </a:lvl3pPr>
            <a:lvl4pPr marL="1234440" indent="0">
              <a:buNone/>
              <a:defRPr sz="900"/>
            </a:lvl4pPr>
            <a:lvl5pPr marL="1645920" indent="0">
              <a:buNone/>
              <a:defRPr sz="900"/>
            </a:lvl5pPr>
            <a:lvl6pPr marL="2057400" indent="0">
              <a:buNone/>
              <a:defRPr sz="900"/>
            </a:lvl6pPr>
            <a:lvl7pPr marL="2468880" indent="0">
              <a:buNone/>
              <a:defRPr sz="900"/>
            </a:lvl7pPr>
            <a:lvl8pPr marL="2880360" indent="0">
              <a:buNone/>
              <a:defRPr sz="900"/>
            </a:lvl8pPr>
            <a:lvl9pPr marL="329184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607040" y="329566"/>
            <a:ext cx="3291840" cy="702183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31520" y="329566"/>
            <a:ext cx="9684688" cy="702183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95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1025"/>
          <p:cNvSpPr>
            <a:spLocks noGrp="1"/>
          </p:cNvSpPr>
          <p:nvPr>
            <p:ph type="title"/>
          </p:nvPr>
        </p:nvSpPr>
        <p:spPr>
          <a:xfrm>
            <a:off x="731520" y="329566"/>
            <a:ext cx="13167360" cy="13716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t>Click to edit Master title style</a:t>
            </a:r>
          </a:p>
        </p:txBody>
      </p:sp>
      <p:sp>
        <p:nvSpPr>
          <p:cNvPr id="1027" name="Text Placeholder 1026"/>
          <p:cNvSpPr>
            <a:spLocks noGrp="1"/>
          </p:cNvSpPr>
          <p:nvPr>
            <p:ph type="body" idx="1"/>
          </p:nvPr>
        </p:nvSpPr>
        <p:spPr>
          <a:xfrm>
            <a:off x="731520" y="1920240"/>
            <a:ext cx="13167360" cy="5431156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1028" name="Date Placeholder 1027"/>
          <p:cNvSpPr>
            <a:spLocks noGrp="1"/>
          </p:cNvSpPr>
          <p:nvPr>
            <p:ph type="dt" sz="half" idx="2"/>
          </p:nvPr>
        </p:nvSpPr>
        <p:spPr>
          <a:xfrm>
            <a:off x="731520" y="7494270"/>
            <a:ext cx="3413760" cy="5715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680"/>
            </a:lvl1pPr>
          </a:lstStyle>
          <a:p>
            <a:pPr lvl="0"/>
            <a:endParaRPr lang="en-US"/>
          </a:p>
        </p:txBody>
      </p:sp>
      <p:sp>
        <p:nvSpPr>
          <p:cNvPr id="1029" name="Footer Placeholder 1028"/>
          <p:cNvSpPr>
            <a:spLocks noGrp="1"/>
          </p:cNvSpPr>
          <p:nvPr>
            <p:ph type="ftr" sz="quarter" idx="3"/>
          </p:nvPr>
        </p:nvSpPr>
        <p:spPr>
          <a:xfrm>
            <a:off x="4998720" y="7494270"/>
            <a:ext cx="4632960" cy="5715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680"/>
            </a:lvl1pPr>
          </a:lstStyle>
          <a:p>
            <a:pPr lvl="0"/>
            <a:endParaRPr lang="en-US"/>
          </a:p>
        </p:txBody>
      </p:sp>
      <p:sp>
        <p:nvSpPr>
          <p:cNvPr id="1030" name="Slide Number Placeholder 1029"/>
          <p:cNvSpPr>
            <a:spLocks noGrp="1"/>
          </p:cNvSpPr>
          <p:nvPr>
            <p:ph type="sldNum" sz="quarter" idx="4"/>
          </p:nvPr>
        </p:nvSpPr>
        <p:spPr>
          <a:xfrm>
            <a:off x="10485120" y="7494270"/>
            <a:ext cx="3413760" cy="5715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680"/>
            </a:lvl1pPr>
          </a:lstStyle>
          <a:p>
            <a:pPr lvl="0"/>
            <a:fld id="{9A0DB2DC-4C9A-4742-B13C-FB6460FD3503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</p:sldLayoutIdLst>
  <p:hf sldNum="0" hdr="0" ftr="0" dt="0"/>
  <p:txStyles>
    <p:titleStyle>
      <a:lvl1pPr marL="0" lvl="0" indent="0" algn="ctr" defTabSz="109728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528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411480" lvl="0" indent="-411480" algn="l" defTabSz="1097280" eaLnBrk="1" fontAlgn="base" latinLnBrk="0" hangingPunct="1">
        <a:lnSpc>
          <a:spcPct val="100000"/>
        </a:lnSpc>
        <a:spcBef>
          <a:spcPct val="24000"/>
        </a:spcBef>
        <a:spcAft>
          <a:spcPct val="0"/>
        </a:spcAft>
        <a:buChar char="•"/>
        <a:defRPr sz="384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891540" lvl="1" indent="-342900" algn="l" defTabSz="1097280" eaLnBrk="1" fontAlgn="base" latinLnBrk="0" hangingPunct="1">
        <a:lnSpc>
          <a:spcPct val="100000"/>
        </a:lnSpc>
        <a:spcBef>
          <a:spcPct val="24000"/>
        </a:spcBef>
        <a:spcAft>
          <a:spcPct val="0"/>
        </a:spcAft>
        <a:buChar char="–"/>
        <a:defRPr sz="336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371600" lvl="2" indent="-274320" algn="l" defTabSz="1097280" eaLnBrk="1" fontAlgn="base" latinLnBrk="0" hangingPunct="1">
        <a:lnSpc>
          <a:spcPct val="100000"/>
        </a:lnSpc>
        <a:spcBef>
          <a:spcPct val="24000"/>
        </a:spcBef>
        <a:spcAft>
          <a:spcPct val="0"/>
        </a:spcAft>
        <a:buChar char="•"/>
        <a:defRPr sz="288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920240" lvl="3" indent="-274320" algn="l" defTabSz="1097280" eaLnBrk="1" fontAlgn="base" latinLnBrk="0" hangingPunct="1">
        <a:lnSpc>
          <a:spcPct val="100000"/>
        </a:lnSpc>
        <a:spcBef>
          <a:spcPct val="24000"/>
        </a:spcBef>
        <a:spcAft>
          <a:spcPct val="0"/>
        </a:spcAft>
        <a:buChar char="–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468880" lvl="4" indent="-274320" algn="l" defTabSz="1097280" eaLnBrk="1" fontAlgn="base" latinLnBrk="0" hangingPunct="1">
        <a:lnSpc>
          <a:spcPct val="100000"/>
        </a:lnSpc>
        <a:spcBef>
          <a:spcPct val="24000"/>
        </a:spcBef>
        <a:spcAft>
          <a:spcPct val="0"/>
        </a:spcAft>
        <a:buChar char="»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3017520" lvl="5" indent="-274320" algn="l" defTabSz="1097280" eaLnBrk="1" fontAlgn="base" latinLnBrk="0" hangingPunct="1">
        <a:lnSpc>
          <a:spcPct val="100000"/>
        </a:lnSpc>
        <a:spcBef>
          <a:spcPct val="24000"/>
        </a:spcBef>
        <a:spcAft>
          <a:spcPct val="0"/>
        </a:spcAft>
        <a:buChar char="»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3566160" lvl="6" indent="-274320" algn="l" defTabSz="1097280" eaLnBrk="1" fontAlgn="base" latinLnBrk="0" hangingPunct="1">
        <a:lnSpc>
          <a:spcPct val="100000"/>
        </a:lnSpc>
        <a:spcBef>
          <a:spcPct val="24000"/>
        </a:spcBef>
        <a:spcAft>
          <a:spcPct val="0"/>
        </a:spcAft>
        <a:buChar char="»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4114800" lvl="7" indent="-274320" algn="l" defTabSz="1097280" eaLnBrk="1" fontAlgn="base" latinLnBrk="0" hangingPunct="1">
        <a:lnSpc>
          <a:spcPct val="100000"/>
        </a:lnSpc>
        <a:spcBef>
          <a:spcPct val="24000"/>
        </a:spcBef>
        <a:spcAft>
          <a:spcPct val="0"/>
        </a:spcAft>
        <a:buChar char="»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4663440" lvl="8" indent="-274320" algn="l" defTabSz="1097280" eaLnBrk="1" fontAlgn="base" latinLnBrk="0" hangingPunct="1">
        <a:lnSpc>
          <a:spcPct val="100000"/>
        </a:lnSpc>
        <a:spcBef>
          <a:spcPct val="24000"/>
        </a:spcBef>
        <a:spcAft>
          <a:spcPct val="0"/>
        </a:spcAft>
        <a:buChar char="»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109728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216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548640" lvl="1" indent="0" algn="l" defTabSz="109728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2pPr>
      <a:lvl3pPr marL="1097280" lvl="2" indent="0" algn="l" defTabSz="109728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3pPr>
      <a:lvl4pPr marL="1645920" lvl="3" indent="0" algn="l" defTabSz="109728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4pPr>
      <a:lvl5pPr marL="2194560" lvl="4" indent="0" algn="l" defTabSz="109728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5pPr>
      <a:lvl6pPr marL="2743200" lvl="5" indent="0" algn="l" defTabSz="109728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6pPr>
      <a:lvl7pPr marL="3291840" lvl="6" indent="0" algn="l" defTabSz="109728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7pPr>
      <a:lvl8pPr marL="3840480" lvl="7" indent="0" algn="l" defTabSz="109728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8pPr>
      <a:lvl9pPr marL="4389120" lvl="8" indent="0" algn="l" defTabSz="109728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4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4630400" cy="82296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/>
            <a:lstStyle/>
            <a:p>
              <a:endParaRPr lang="en-US" sz="1120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4630400" cy="82296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gradFill rotWithShape="1">
              <a:gsLst>
                <a:gs pos="0">
                  <a:srgbClr val="FF0000">
                    <a:alpha val="100000"/>
                  </a:srgbClr>
                </a:gs>
                <a:gs pos="100000">
                  <a:srgbClr val="C6030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 sz="1120" dirty="0"/>
            </a:p>
          </p:txBody>
        </p:sp>
      </p:grpSp>
      <p:grpSp>
        <p:nvGrpSpPr>
          <p:cNvPr id="6" name="Group 6"/>
          <p:cNvGrpSpPr/>
          <p:nvPr/>
        </p:nvGrpSpPr>
        <p:grpSpPr>
          <a:xfrm rot="5400000">
            <a:off x="5545991" y="345257"/>
            <a:ext cx="14156423" cy="7539088"/>
            <a:chOff x="0" y="0"/>
            <a:chExt cx="812800" cy="43286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432861"/>
            </a:xfrm>
            <a:custGeom>
              <a:avLst/>
              <a:gdLst/>
              <a:ahLst/>
              <a:cxnLst/>
              <a:rect l="l" t="t" r="r" b="b"/>
              <a:pathLst>
                <a:path w="812800" h="432861">
                  <a:moveTo>
                    <a:pt x="406400" y="0"/>
                  </a:moveTo>
                  <a:lnTo>
                    <a:pt x="812800" y="432861"/>
                  </a:lnTo>
                  <a:lnTo>
                    <a:pt x="0" y="432861"/>
                  </a:ln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E10000">
                    <a:alpha val="100000"/>
                  </a:srgbClr>
                </a:gs>
                <a:gs pos="50000">
                  <a:srgbClr val="FE0100">
                    <a:alpha val="0"/>
                  </a:srgbClr>
                </a:gs>
                <a:gs pos="100000">
                  <a:srgbClr val="FE0100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</p:spPr>
          <p:txBody>
            <a:bodyPr/>
            <a:lstStyle/>
            <a:p>
              <a:endParaRPr lang="en-US" sz="1120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27000" y="200971"/>
              <a:ext cx="558800" cy="200971"/>
            </a:xfrm>
            <a:prstGeom prst="rect">
              <a:avLst/>
            </a:prstGeom>
          </p:spPr>
          <p:txBody>
            <a:bodyPr lIns="40640" tIns="40640" rIns="40640" bIns="40640" rtlCol="0" anchor="ctr"/>
            <a:lstStyle/>
            <a:p>
              <a:pPr algn="ctr">
                <a:lnSpc>
                  <a:spcPts val="2160"/>
                </a:lnSpc>
              </a:pPr>
              <a:endParaRPr sz="1120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014486" y="7442736"/>
            <a:ext cx="3382213" cy="462991"/>
            <a:chOff x="0" y="0"/>
            <a:chExt cx="5637022" cy="771652"/>
          </a:xfrm>
        </p:grpSpPr>
        <p:sp>
          <p:nvSpPr>
            <p:cNvPr id="16" name="Freeform 16"/>
            <p:cNvSpPr/>
            <p:nvPr/>
          </p:nvSpPr>
          <p:spPr>
            <a:xfrm>
              <a:off x="12700" y="12700"/>
              <a:ext cx="5611622" cy="746252"/>
            </a:xfrm>
            <a:custGeom>
              <a:avLst/>
              <a:gdLst/>
              <a:ahLst/>
              <a:cxnLst/>
              <a:rect l="l" t="t" r="r" b="b"/>
              <a:pathLst>
                <a:path w="5611622" h="746252">
                  <a:moveTo>
                    <a:pt x="0" y="373126"/>
                  </a:moveTo>
                  <a:cubicBezTo>
                    <a:pt x="0" y="167005"/>
                    <a:pt x="171958" y="0"/>
                    <a:pt x="384048" y="0"/>
                  </a:cubicBezTo>
                  <a:lnTo>
                    <a:pt x="5227574" y="0"/>
                  </a:lnTo>
                  <a:cubicBezTo>
                    <a:pt x="5439664" y="0"/>
                    <a:pt x="5611622" y="167005"/>
                    <a:pt x="5611622" y="373126"/>
                  </a:cubicBezTo>
                  <a:cubicBezTo>
                    <a:pt x="5611622" y="579247"/>
                    <a:pt x="5439664" y="746252"/>
                    <a:pt x="5227574" y="746252"/>
                  </a:cubicBezTo>
                  <a:lnTo>
                    <a:pt x="384048" y="746252"/>
                  </a:lnTo>
                  <a:cubicBezTo>
                    <a:pt x="171958" y="746252"/>
                    <a:pt x="0" y="579247"/>
                    <a:pt x="0" y="373126"/>
                  </a:cubicBezTo>
                  <a:close/>
                </a:path>
              </a:pathLst>
            </a:custGeom>
            <a:solidFill>
              <a:srgbClr val="FFFFFF">
                <a:alpha val="784"/>
              </a:srgbClr>
            </a:solidFill>
          </p:spPr>
          <p:txBody>
            <a:bodyPr/>
            <a:lstStyle/>
            <a:p>
              <a:endParaRPr lang="en-US" sz="1120"/>
            </a:p>
          </p:txBody>
        </p:sp>
        <p:sp>
          <p:nvSpPr>
            <p:cNvPr id="17" name="Freeform 17"/>
            <p:cNvSpPr/>
            <p:nvPr/>
          </p:nvSpPr>
          <p:spPr>
            <a:xfrm>
              <a:off x="0" y="0"/>
              <a:ext cx="5637022" cy="771652"/>
            </a:xfrm>
            <a:custGeom>
              <a:avLst/>
              <a:gdLst/>
              <a:ahLst/>
              <a:cxnLst/>
              <a:rect l="l" t="t" r="r" b="b"/>
              <a:pathLst>
                <a:path w="5637022" h="771652">
                  <a:moveTo>
                    <a:pt x="0" y="385826"/>
                  </a:moveTo>
                  <a:cubicBezTo>
                    <a:pt x="0" y="172339"/>
                    <a:pt x="178054" y="0"/>
                    <a:pt x="396748" y="0"/>
                  </a:cubicBezTo>
                  <a:lnTo>
                    <a:pt x="5240274" y="0"/>
                  </a:lnTo>
                  <a:lnTo>
                    <a:pt x="5240274" y="12700"/>
                  </a:lnTo>
                  <a:lnTo>
                    <a:pt x="5240274" y="0"/>
                  </a:lnTo>
                  <a:cubicBezTo>
                    <a:pt x="5459095" y="0"/>
                    <a:pt x="5637022" y="172339"/>
                    <a:pt x="5637022" y="385826"/>
                  </a:cubicBezTo>
                  <a:lnTo>
                    <a:pt x="5624322" y="385826"/>
                  </a:lnTo>
                  <a:lnTo>
                    <a:pt x="5637022" y="385826"/>
                  </a:lnTo>
                  <a:lnTo>
                    <a:pt x="5624322" y="385826"/>
                  </a:lnTo>
                  <a:lnTo>
                    <a:pt x="5637022" y="385826"/>
                  </a:lnTo>
                  <a:cubicBezTo>
                    <a:pt x="5637022" y="599313"/>
                    <a:pt x="5458968" y="771652"/>
                    <a:pt x="5240274" y="771652"/>
                  </a:cubicBezTo>
                  <a:lnTo>
                    <a:pt x="5240274" y="758952"/>
                  </a:lnTo>
                  <a:lnTo>
                    <a:pt x="5240274" y="771652"/>
                  </a:lnTo>
                  <a:lnTo>
                    <a:pt x="396748" y="771652"/>
                  </a:lnTo>
                  <a:lnTo>
                    <a:pt x="396748" y="758952"/>
                  </a:lnTo>
                  <a:lnTo>
                    <a:pt x="396748" y="771652"/>
                  </a:lnTo>
                  <a:cubicBezTo>
                    <a:pt x="178054" y="771652"/>
                    <a:pt x="0" y="599186"/>
                    <a:pt x="0" y="385826"/>
                  </a:cubicBezTo>
                  <a:lnTo>
                    <a:pt x="12700" y="385826"/>
                  </a:lnTo>
                  <a:lnTo>
                    <a:pt x="0" y="385826"/>
                  </a:lnTo>
                  <a:moveTo>
                    <a:pt x="25400" y="385826"/>
                  </a:moveTo>
                  <a:lnTo>
                    <a:pt x="12700" y="385826"/>
                  </a:lnTo>
                  <a:lnTo>
                    <a:pt x="25400" y="385826"/>
                  </a:lnTo>
                  <a:cubicBezTo>
                    <a:pt x="25400" y="584581"/>
                    <a:pt x="191262" y="746252"/>
                    <a:pt x="396748" y="746252"/>
                  </a:cubicBezTo>
                  <a:lnTo>
                    <a:pt x="5240274" y="746252"/>
                  </a:lnTo>
                  <a:cubicBezTo>
                    <a:pt x="5445760" y="746252"/>
                    <a:pt x="5611622" y="584581"/>
                    <a:pt x="5611622" y="385826"/>
                  </a:cubicBezTo>
                  <a:cubicBezTo>
                    <a:pt x="5611622" y="187071"/>
                    <a:pt x="5445760" y="25400"/>
                    <a:pt x="5240274" y="25400"/>
                  </a:cubicBezTo>
                  <a:lnTo>
                    <a:pt x="396748" y="25400"/>
                  </a:lnTo>
                  <a:lnTo>
                    <a:pt x="396748" y="12700"/>
                  </a:lnTo>
                  <a:lnTo>
                    <a:pt x="396748" y="25400"/>
                  </a:lnTo>
                  <a:cubicBezTo>
                    <a:pt x="191262" y="25400"/>
                    <a:pt x="25400" y="187071"/>
                    <a:pt x="25400" y="385826"/>
                  </a:cubicBezTo>
                  <a:close/>
                </a:path>
              </a:pathLst>
            </a:custGeom>
            <a:solidFill>
              <a:srgbClr val="F7C3C9"/>
            </a:solidFill>
          </p:spPr>
          <p:txBody>
            <a:bodyPr/>
            <a:lstStyle/>
            <a:p>
              <a:endParaRPr lang="en-US" sz="1120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065223" y="7525549"/>
            <a:ext cx="3280778" cy="407616"/>
            <a:chOff x="0" y="94417"/>
            <a:chExt cx="5467964" cy="679361"/>
          </a:xfrm>
        </p:grpSpPr>
        <p:sp>
          <p:nvSpPr>
            <p:cNvPr id="19" name="Freeform 19"/>
            <p:cNvSpPr/>
            <p:nvPr/>
          </p:nvSpPr>
          <p:spPr>
            <a:xfrm>
              <a:off x="0" y="127448"/>
              <a:ext cx="5467964" cy="646330"/>
            </a:xfrm>
            <a:custGeom>
              <a:avLst/>
              <a:gdLst/>
              <a:ahLst/>
              <a:cxnLst/>
              <a:rect l="l" t="t" r="r" b="b"/>
              <a:pathLst>
                <a:path w="5467964" h="646330">
                  <a:moveTo>
                    <a:pt x="0" y="0"/>
                  </a:moveTo>
                  <a:lnTo>
                    <a:pt x="5467964" y="0"/>
                  </a:lnTo>
                  <a:lnTo>
                    <a:pt x="5467964" y="646330"/>
                  </a:lnTo>
                  <a:lnTo>
                    <a:pt x="0" y="64633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 sz="1120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94417"/>
              <a:ext cx="5467964" cy="64633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2160"/>
                </a:lnSpc>
              </a:pPr>
              <a:r>
                <a:rPr lang="en-US" spc="246" dirty="0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www.herovired.com</a:t>
              </a:r>
            </a:p>
          </p:txBody>
        </p:sp>
      </p:grpSp>
      <p:sp>
        <p:nvSpPr>
          <p:cNvPr id="21" name="Freeform 21"/>
          <p:cNvSpPr/>
          <p:nvPr/>
        </p:nvSpPr>
        <p:spPr>
          <a:xfrm>
            <a:off x="867530" y="736462"/>
            <a:ext cx="3478472" cy="921515"/>
          </a:xfrm>
          <a:custGeom>
            <a:avLst/>
            <a:gdLst/>
            <a:ahLst/>
            <a:cxnLst/>
            <a:rect l="l" t="t" r="r" b="b"/>
            <a:pathLst>
              <a:path w="4348090" h="1151893">
                <a:moveTo>
                  <a:pt x="0" y="0"/>
                </a:moveTo>
                <a:lnTo>
                  <a:pt x="4348090" y="0"/>
                </a:lnTo>
                <a:lnTo>
                  <a:pt x="4348090" y="1151894"/>
                </a:lnTo>
                <a:lnTo>
                  <a:pt x="0" y="11518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7269" t="-31372" r="-7269" b="-31372"/>
            </a:stretch>
          </a:blipFill>
        </p:spPr>
        <p:txBody>
          <a:bodyPr/>
          <a:lstStyle/>
          <a:p>
            <a:endParaRPr lang="en-US" sz="1120"/>
          </a:p>
        </p:txBody>
      </p:sp>
      <p:grpSp>
        <p:nvGrpSpPr>
          <p:cNvPr id="22" name="Group 22"/>
          <p:cNvGrpSpPr/>
          <p:nvPr/>
        </p:nvGrpSpPr>
        <p:grpSpPr>
          <a:xfrm rot="5400000">
            <a:off x="10883049" y="3392049"/>
            <a:ext cx="2714278" cy="1445504"/>
            <a:chOff x="0" y="0"/>
            <a:chExt cx="812800" cy="432861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432861"/>
            </a:xfrm>
            <a:custGeom>
              <a:avLst/>
              <a:gdLst/>
              <a:ahLst/>
              <a:cxnLst/>
              <a:rect l="l" t="t" r="r" b="b"/>
              <a:pathLst>
                <a:path w="812800" h="432861">
                  <a:moveTo>
                    <a:pt x="406400" y="0"/>
                  </a:moveTo>
                  <a:lnTo>
                    <a:pt x="812800" y="432861"/>
                  </a:lnTo>
                  <a:lnTo>
                    <a:pt x="0" y="432861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/>
            <a:lstStyle/>
            <a:p>
              <a:endParaRPr lang="en-US" sz="1120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27000" y="200971"/>
              <a:ext cx="558800" cy="200971"/>
            </a:xfrm>
            <a:prstGeom prst="rect">
              <a:avLst/>
            </a:prstGeom>
          </p:spPr>
          <p:txBody>
            <a:bodyPr lIns="40640" tIns="40640" rIns="40640" bIns="40640" rtlCol="0" anchor="ctr"/>
            <a:lstStyle/>
            <a:p>
              <a:pPr algn="ctr">
                <a:lnSpc>
                  <a:spcPts val="2160"/>
                </a:lnSpc>
              </a:pPr>
              <a:endParaRPr sz="1120"/>
            </a:p>
          </p:txBody>
        </p:sp>
      </p:grpSp>
      <p:grpSp>
        <p:nvGrpSpPr>
          <p:cNvPr id="25" name="Group 25"/>
          <p:cNvGrpSpPr/>
          <p:nvPr/>
        </p:nvGrpSpPr>
        <p:grpSpPr>
          <a:xfrm rot="5400000">
            <a:off x="12253580" y="5842564"/>
            <a:ext cx="1585748" cy="844500"/>
            <a:chOff x="0" y="0"/>
            <a:chExt cx="812800" cy="432861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432861"/>
            </a:xfrm>
            <a:custGeom>
              <a:avLst/>
              <a:gdLst/>
              <a:ahLst/>
              <a:cxnLst/>
              <a:rect l="l" t="t" r="r" b="b"/>
              <a:pathLst>
                <a:path w="812800" h="432861">
                  <a:moveTo>
                    <a:pt x="406400" y="0"/>
                  </a:moveTo>
                  <a:lnTo>
                    <a:pt x="812800" y="432861"/>
                  </a:lnTo>
                  <a:lnTo>
                    <a:pt x="0" y="432861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/>
            <a:lstStyle/>
            <a:p>
              <a:endParaRPr lang="en-US" sz="1120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27000" y="200971"/>
              <a:ext cx="558800" cy="200971"/>
            </a:xfrm>
            <a:prstGeom prst="rect">
              <a:avLst/>
            </a:prstGeom>
          </p:spPr>
          <p:txBody>
            <a:bodyPr lIns="40640" tIns="40640" rIns="40640" bIns="40640" rtlCol="0" anchor="ctr"/>
            <a:lstStyle/>
            <a:p>
              <a:pPr algn="ctr">
                <a:lnSpc>
                  <a:spcPts val="2160"/>
                </a:lnSpc>
              </a:pPr>
              <a:endParaRPr sz="1120"/>
            </a:p>
          </p:txBody>
        </p:sp>
      </p:grpSp>
      <p:grpSp>
        <p:nvGrpSpPr>
          <p:cNvPr id="28" name="Group 28"/>
          <p:cNvGrpSpPr/>
          <p:nvPr/>
        </p:nvGrpSpPr>
        <p:grpSpPr>
          <a:xfrm rot="5400000">
            <a:off x="12006508" y="1140154"/>
            <a:ext cx="1357139" cy="722752"/>
            <a:chOff x="0" y="0"/>
            <a:chExt cx="812800" cy="432861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432861"/>
            </a:xfrm>
            <a:custGeom>
              <a:avLst/>
              <a:gdLst/>
              <a:ahLst/>
              <a:cxnLst/>
              <a:rect l="l" t="t" r="r" b="b"/>
              <a:pathLst>
                <a:path w="812800" h="432861">
                  <a:moveTo>
                    <a:pt x="406400" y="0"/>
                  </a:moveTo>
                  <a:lnTo>
                    <a:pt x="812800" y="432861"/>
                  </a:lnTo>
                  <a:lnTo>
                    <a:pt x="0" y="432861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/>
            <a:lstStyle/>
            <a:p>
              <a:endParaRPr lang="en-US" sz="1120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27000" y="200971"/>
              <a:ext cx="558800" cy="200971"/>
            </a:xfrm>
            <a:prstGeom prst="rect">
              <a:avLst/>
            </a:prstGeom>
          </p:spPr>
          <p:txBody>
            <a:bodyPr lIns="40640" tIns="40640" rIns="40640" bIns="40640" rtlCol="0" anchor="ctr"/>
            <a:lstStyle/>
            <a:p>
              <a:pPr algn="ctr">
                <a:lnSpc>
                  <a:spcPts val="2160"/>
                </a:lnSpc>
              </a:pPr>
              <a:endParaRPr sz="1120"/>
            </a:p>
          </p:txBody>
        </p:sp>
      </p:grpSp>
      <p:grpSp>
        <p:nvGrpSpPr>
          <p:cNvPr id="31" name="Group 31"/>
          <p:cNvGrpSpPr/>
          <p:nvPr/>
        </p:nvGrpSpPr>
        <p:grpSpPr>
          <a:xfrm rot="5400000">
            <a:off x="12946450" y="2694352"/>
            <a:ext cx="1016041" cy="541098"/>
            <a:chOff x="0" y="0"/>
            <a:chExt cx="812800" cy="432861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432861"/>
            </a:xfrm>
            <a:custGeom>
              <a:avLst/>
              <a:gdLst/>
              <a:ahLst/>
              <a:cxnLst/>
              <a:rect l="l" t="t" r="r" b="b"/>
              <a:pathLst>
                <a:path w="812800" h="432861">
                  <a:moveTo>
                    <a:pt x="406400" y="0"/>
                  </a:moveTo>
                  <a:lnTo>
                    <a:pt x="812800" y="432861"/>
                  </a:lnTo>
                  <a:lnTo>
                    <a:pt x="0" y="432861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/>
            <a:lstStyle/>
            <a:p>
              <a:endParaRPr lang="en-US" sz="1120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27000" y="200971"/>
              <a:ext cx="558800" cy="200971"/>
            </a:xfrm>
            <a:prstGeom prst="rect">
              <a:avLst/>
            </a:prstGeom>
          </p:spPr>
          <p:txBody>
            <a:bodyPr lIns="40640" tIns="40640" rIns="40640" bIns="40640" rtlCol="0" anchor="ctr"/>
            <a:lstStyle/>
            <a:p>
              <a:pPr algn="ctr">
                <a:lnSpc>
                  <a:spcPts val="2160"/>
                </a:lnSpc>
              </a:pPr>
              <a:endParaRPr sz="1120"/>
            </a:p>
          </p:txBody>
        </p:sp>
      </p:grpSp>
      <p:grpSp>
        <p:nvGrpSpPr>
          <p:cNvPr id="34" name="Group 34"/>
          <p:cNvGrpSpPr/>
          <p:nvPr/>
        </p:nvGrpSpPr>
        <p:grpSpPr>
          <a:xfrm rot="5400000">
            <a:off x="9919381" y="2061669"/>
            <a:ext cx="1357139" cy="722752"/>
            <a:chOff x="0" y="0"/>
            <a:chExt cx="812800" cy="432861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432861"/>
            </a:xfrm>
            <a:custGeom>
              <a:avLst/>
              <a:gdLst/>
              <a:ahLst/>
              <a:cxnLst/>
              <a:rect l="l" t="t" r="r" b="b"/>
              <a:pathLst>
                <a:path w="812800" h="432861">
                  <a:moveTo>
                    <a:pt x="406400" y="0"/>
                  </a:moveTo>
                  <a:lnTo>
                    <a:pt x="812800" y="432861"/>
                  </a:lnTo>
                  <a:lnTo>
                    <a:pt x="0" y="432861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/>
            <a:lstStyle/>
            <a:p>
              <a:endParaRPr lang="en-US" sz="1120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27000" y="200971"/>
              <a:ext cx="558800" cy="200971"/>
            </a:xfrm>
            <a:prstGeom prst="rect">
              <a:avLst/>
            </a:prstGeom>
          </p:spPr>
          <p:txBody>
            <a:bodyPr lIns="40640" tIns="40640" rIns="40640" bIns="40640" rtlCol="0" anchor="ctr"/>
            <a:lstStyle/>
            <a:p>
              <a:pPr algn="ctr">
                <a:lnSpc>
                  <a:spcPts val="2160"/>
                </a:lnSpc>
              </a:pPr>
              <a:endParaRPr sz="1120"/>
            </a:p>
          </p:txBody>
        </p:sp>
      </p:grpSp>
      <p:grpSp>
        <p:nvGrpSpPr>
          <p:cNvPr id="37" name="Group 37"/>
          <p:cNvGrpSpPr/>
          <p:nvPr/>
        </p:nvGrpSpPr>
        <p:grpSpPr>
          <a:xfrm rot="5400000">
            <a:off x="10280756" y="5789133"/>
            <a:ext cx="1357139" cy="722752"/>
            <a:chOff x="0" y="0"/>
            <a:chExt cx="812800" cy="432861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432861"/>
            </a:xfrm>
            <a:custGeom>
              <a:avLst/>
              <a:gdLst/>
              <a:ahLst/>
              <a:cxnLst/>
              <a:rect l="l" t="t" r="r" b="b"/>
              <a:pathLst>
                <a:path w="812800" h="432861">
                  <a:moveTo>
                    <a:pt x="406400" y="0"/>
                  </a:moveTo>
                  <a:lnTo>
                    <a:pt x="812800" y="432861"/>
                  </a:lnTo>
                  <a:lnTo>
                    <a:pt x="0" y="432861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/>
            <a:lstStyle/>
            <a:p>
              <a:endParaRPr lang="en-US" sz="1120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27000" y="200971"/>
              <a:ext cx="558800" cy="200971"/>
            </a:xfrm>
            <a:prstGeom prst="rect">
              <a:avLst/>
            </a:prstGeom>
          </p:spPr>
          <p:txBody>
            <a:bodyPr lIns="40640" tIns="40640" rIns="40640" bIns="40640" rtlCol="0" anchor="ctr"/>
            <a:lstStyle/>
            <a:p>
              <a:pPr algn="ctr">
                <a:lnSpc>
                  <a:spcPts val="2160"/>
                </a:lnSpc>
              </a:pPr>
              <a:endParaRPr sz="1120"/>
            </a:p>
          </p:txBody>
        </p:sp>
      </p:grpSp>
      <p:grpSp>
        <p:nvGrpSpPr>
          <p:cNvPr id="40" name="Group 40"/>
          <p:cNvGrpSpPr/>
          <p:nvPr/>
        </p:nvGrpSpPr>
        <p:grpSpPr>
          <a:xfrm rot="5400000">
            <a:off x="11043640" y="967473"/>
            <a:ext cx="618308" cy="329284"/>
            <a:chOff x="0" y="0"/>
            <a:chExt cx="812800" cy="432861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432861"/>
            </a:xfrm>
            <a:custGeom>
              <a:avLst/>
              <a:gdLst/>
              <a:ahLst/>
              <a:cxnLst/>
              <a:rect l="l" t="t" r="r" b="b"/>
              <a:pathLst>
                <a:path w="812800" h="432861">
                  <a:moveTo>
                    <a:pt x="406400" y="0"/>
                  </a:moveTo>
                  <a:lnTo>
                    <a:pt x="812800" y="432861"/>
                  </a:lnTo>
                  <a:lnTo>
                    <a:pt x="0" y="432861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/>
            <a:lstStyle/>
            <a:p>
              <a:endParaRPr lang="en-US" sz="1120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27000" y="200971"/>
              <a:ext cx="558800" cy="200971"/>
            </a:xfrm>
            <a:prstGeom prst="rect">
              <a:avLst/>
            </a:prstGeom>
          </p:spPr>
          <p:txBody>
            <a:bodyPr lIns="40640" tIns="40640" rIns="40640" bIns="40640" rtlCol="0" anchor="ctr"/>
            <a:lstStyle/>
            <a:p>
              <a:pPr algn="ctr">
                <a:lnSpc>
                  <a:spcPts val="2160"/>
                </a:lnSpc>
              </a:pPr>
              <a:endParaRPr sz="1120"/>
            </a:p>
          </p:txBody>
        </p:sp>
      </p:grpSp>
      <p:grpSp>
        <p:nvGrpSpPr>
          <p:cNvPr id="43" name="Group 43"/>
          <p:cNvGrpSpPr/>
          <p:nvPr/>
        </p:nvGrpSpPr>
        <p:grpSpPr>
          <a:xfrm rot="5400000">
            <a:off x="13149376" y="4684342"/>
            <a:ext cx="474799" cy="252857"/>
            <a:chOff x="0" y="0"/>
            <a:chExt cx="812800" cy="432861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12800" cy="432861"/>
            </a:xfrm>
            <a:custGeom>
              <a:avLst/>
              <a:gdLst/>
              <a:ahLst/>
              <a:cxnLst/>
              <a:rect l="l" t="t" r="r" b="b"/>
              <a:pathLst>
                <a:path w="812800" h="432861">
                  <a:moveTo>
                    <a:pt x="406400" y="0"/>
                  </a:moveTo>
                  <a:lnTo>
                    <a:pt x="812800" y="432861"/>
                  </a:lnTo>
                  <a:lnTo>
                    <a:pt x="0" y="432861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/>
            <a:lstStyle/>
            <a:p>
              <a:endParaRPr lang="en-US" sz="1120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27000" y="200971"/>
              <a:ext cx="558800" cy="200971"/>
            </a:xfrm>
            <a:prstGeom prst="rect">
              <a:avLst/>
            </a:prstGeom>
          </p:spPr>
          <p:txBody>
            <a:bodyPr lIns="40640" tIns="40640" rIns="40640" bIns="40640" rtlCol="0" anchor="ctr"/>
            <a:lstStyle/>
            <a:p>
              <a:pPr algn="ctr">
                <a:lnSpc>
                  <a:spcPts val="2160"/>
                </a:lnSpc>
              </a:pPr>
              <a:endParaRPr sz="1120"/>
            </a:p>
          </p:txBody>
        </p:sp>
      </p:grpSp>
      <p:grpSp>
        <p:nvGrpSpPr>
          <p:cNvPr id="46" name="Group 46"/>
          <p:cNvGrpSpPr/>
          <p:nvPr/>
        </p:nvGrpSpPr>
        <p:grpSpPr>
          <a:xfrm rot="5400000">
            <a:off x="13825144" y="3988372"/>
            <a:ext cx="474799" cy="252857"/>
            <a:chOff x="0" y="0"/>
            <a:chExt cx="812800" cy="432861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812800" cy="432861"/>
            </a:xfrm>
            <a:custGeom>
              <a:avLst/>
              <a:gdLst/>
              <a:ahLst/>
              <a:cxnLst/>
              <a:rect l="l" t="t" r="r" b="b"/>
              <a:pathLst>
                <a:path w="812800" h="432861">
                  <a:moveTo>
                    <a:pt x="406400" y="0"/>
                  </a:moveTo>
                  <a:lnTo>
                    <a:pt x="812800" y="432861"/>
                  </a:lnTo>
                  <a:lnTo>
                    <a:pt x="0" y="432861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/>
            <a:lstStyle/>
            <a:p>
              <a:endParaRPr lang="en-US" sz="1120"/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27000" y="200971"/>
              <a:ext cx="558800" cy="200971"/>
            </a:xfrm>
            <a:prstGeom prst="rect">
              <a:avLst/>
            </a:prstGeom>
          </p:spPr>
          <p:txBody>
            <a:bodyPr lIns="40640" tIns="40640" rIns="40640" bIns="40640" rtlCol="0" anchor="ctr"/>
            <a:lstStyle/>
            <a:p>
              <a:pPr algn="ctr">
                <a:lnSpc>
                  <a:spcPts val="2160"/>
                </a:lnSpc>
              </a:pPr>
              <a:endParaRPr sz="1120"/>
            </a:p>
          </p:txBody>
        </p:sp>
      </p:grpSp>
      <p:grpSp>
        <p:nvGrpSpPr>
          <p:cNvPr id="49" name="Group 49"/>
          <p:cNvGrpSpPr/>
          <p:nvPr/>
        </p:nvGrpSpPr>
        <p:grpSpPr>
          <a:xfrm rot="5400000">
            <a:off x="10869429" y="7330078"/>
            <a:ext cx="281815" cy="150083"/>
            <a:chOff x="0" y="0"/>
            <a:chExt cx="812800" cy="432861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812800" cy="432861"/>
            </a:xfrm>
            <a:custGeom>
              <a:avLst/>
              <a:gdLst/>
              <a:ahLst/>
              <a:cxnLst/>
              <a:rect l="l" t="t" r="r" b="b"/>
              <a:pathLst>
                <a:path w="812800" h="432861">
                  <a:moveTo>
                    <a:pt x="406400" y="0"/>
                  </a:moveTo>
                  <a:lnTo>
                    <a:pt x="812800" y="432861"/>
                  </a:lnTo>
                  <a:lnTo>
                    <a:pt x="0" y="432861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/>
            <a:lstStyle/>
            <a:p>
              <a:endParaRPr lang="en-US" sz="1120"/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27000" y="200971"/>
              <a:ext cx="558800" cy="200971"/>
            </a:xfrm>
            <a:prstGeom prst="rect">
              <a:avLst/>
            </a:prstGeom>
          </p:spPr>
          <p:txBody>
            <a:bodyPr lIns="40640" tIns="40640" rIns="40640" bIns="40640" rtlCol="0" anchor="ctr"/>
            <a:lstStyle/>
            <a:p>
              <a:pPr algn="ctr">
                <a:lnSpc>
                  <a:spcPts val="2160"/>
                </a:lnSpc>
              </a:pPr>
              <a:endParaRPr sz="1120"/>
            </a:p>
          </p:txBody>
        </p:sp>
      </p:grpSp>
      <p:grpSp>
        <p:nvGrpSpPr>
          <p:cNvPr id="52" name="Group 52"/>
          <p:cNvGrpSpPr/>
          <p:nvPr/>
        </p:nvGrpSpPr>
        <p:grpSpPr>
          <a:xfrm rot="5400000">
            <a:off x="11563668" y="6790415"/>
            <a:ext cx="618308" cy="329284"/>
            <a:chOff x="0" y="0"/>
            <a:chExt cx="812800" cy="432861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812800" cy="432861"/>
            </a:xfrm>
            <a:custGeom>
              <a:avLst/>
              <a:gdLst/>
              <a:ahLst/>
              <a:cxnLst/>
              <a:rect l="l" t="t" r="r" b="b"/>
              <a:pathLst>
                <a:path w="812800" h="432861">
                  <a:moveTo>
                    <a:pt x="406400" y="0"/>
                  </a:moveTo>
                  <a:lnTo>
                    <a:pt x="812800" y="432861"/>
                  </a:lnTo>
                  <a:lnTo>
                    <a:pt x="0" y="432861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/>
            <a:lstStyle/>
            <a:p>
              <a:endParaRPr lang="en-US" sz="1120"/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27000" y="200971"/>
              <a:ext cx="558800" cy="200971"/>
            </a:xfrm>
            <a:prstGeom prst="rect">
              <a:avLst/>
            </a:prstGeom>
          </p:spPr>
          <p:txBody>
            <a:bodyPr lIns="40640" tIns="40640" rIns="40640" bIns="40640" rtlCol="0" anchor="ctr"/>
            <a:lstStyle/>
            <a:p>
              <a:pPr algn="ctr">
                <a:lnSpc>
                  <a:spcPts val="2160"/>
                </a:lnSpc>
              </a:pPr>
              <a:endParaRPr sz="1120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35676C2E-FDD8-196E-CE18-EB7E3C6A07F0}"/>
              </a:ext>
            </a:extLst>
          </p:cNvPr>
          <p:cNvSpPr txBox="1"/>
          <p:nvPr/>
        </p:nvSpPr>
        <p:spPr>
          <a:xfrm>
            <a:off x="905380" y="4875530"/>
            <a:ext cx="7443514" cy="734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buClr>
                <a:schemeClr val="dk1"/>
              </a:buClr>
              <a:buSzPts val="2800"/>
            </a:pPr>
            <a:r>
              <a:rPr lang="en-US" sz="1680" i="1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Learn to integrate databases with Flask to create powerful, data-driven web applications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33BE6B4-9479-DBA7-DDE0-AEDECCCFA4BC}"/>
              </a:ext>
            </a:extLst>
          </p:cNvPr>
          <p:cNvSpPr txBox="1"/>
          <p:nvPr/>
        </p:nvSpPr>
        <p:spPr>
          <a:xfrm>
            <a:off x="905380" y="3129291"/>
            <a:ext cx="970667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Building Dynamic Applications with Flask and MongoDB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8BC6E96-A3A7-FFB3-85D0-1643CA9F7DC7}"/>
              </a:ext>
            </a:extLst>
          </p:cNvPr>
          <p:cNvGrpSpPr/>
          <p:nvPr/>
        </p:nvGrpSpPr>
        <p:grpSpPr>
          <a:xfrm>
            <a:off x="1014486" y="5706294"/>
            <a:ext cx="2672509" cy="1351394"/>
            <a:chOff x="5606904" y="1105486"/>
            <a:chExt cx="3452077" cy="1859415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F6C7A6E-0D22-7A44-2610-DC79B9EA1A17}"/>
                </a:ext>
              </a:extLst>
            </p:cNvPr>
            <p:cNvSpPr/>
            <p:nvPr/>
          </p:nvSpPr>
          <p:spPr>
            <a:xfrm>
              <a:off x="5606904" y="1105486"/>
              <a:ext cx="3452077" cy="18472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9" name="Image 0" descr="preencoded.png">
              <a:extLst>
                <a:ext uri="{FF2B5EF4-FFF2-40B4-BE49-F238E27FC236}">
                  <a16:creationId xmlns:a16="http://schemas.microsoft.com/office/drawing/2014/main" id="{A2217E1C-C028-5EFD-831E-A5B44D38510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8096" t="19871" r="22770" b="28412"/>
            <a:stretch>
              <a:fillRect/>
            </a:stretch>
          </p:blipFill>
          <p:spPr>
            <a:xfrm>
              <a:off x="5783838" y="1105486"/>
              <a:ext cx="3098208" cy="1859415"/>
            </a:xfrm>
            <a:prstGeom prst="rect">
              <a:avLst/>
            </a:prstGeom>
          </p:spPr>
        </p:pic>
      </p:grp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407676"/>
            <a:ext cx="11010543" cy="70401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Flask Recap: What We Covered Last Week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2709982"/>
            <a:ext cx="3379470" cy="42231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What is Flask?</a:t>
            </a:r>
            <a:endParaRPr lang="en-US" sz="2650" dirty="0"/>
          </a:p>
        </p:txBody>
      </p:sp>
      <p:sp>
        <p:nvSpPr>
          <p:cNvPr id="4" name="Text 2"/>
          <p:cNvSpPr/>
          <p:nvPr/>
        </p:nvSpPr>
        <p:spPr>
          <a:xfrm>
            <a:off x="837724" y="3371612"/>
            <a:ext cx="6185535" cy="11490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Flask is a lightweight Python web framework that makes it simple to build web applications. It's minimal, flexible, and perfect for beginners.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37724" y="4760000"/>
            <a:ext cx="4235648" cy="42231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Key Concepts We Mastered</a:t>
            </a:r>
            <a:endParaRPr lang="en-US" sz="2650" dirty="0"/>
          </a:p>
        </p:txBody>
      </p:sp>
      <p:sp>
        <p:nvSpPr>
          <p:cNvPr id="6" name="Text 4"/>
          <p:cNvSpPr/>
          <p:nvPr/>
        </p:nvSpPr>
        <p:spPr>
          <a:xfrm>
            <a:off x="837724" y="5421630"/>
            <a:ext cx="6185535" cy="3830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00002E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Routes - URL endpoints that trigger functions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837724" y="5888355"/>
            <a:ext cx="6185535" cy="3830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00002E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Templates - HTML files with dynamic content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837724" y="6355080"/>
            <a:ext cx="6185535" cy="3830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00002E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Request Handling - Processing user input and forms</a:t>
            </a:r>
            <a:endParaRPr lang="en-US" sz="1850" dirty="0"/>
          </a:p>
        </p:txBody>
      </p:sp>
      <p:sp>
        <p:nvSpPr>
          <p:cNvPr id="9" name="Shape 7"/>
          <p:cNvSpPr/>
          <p:nvPr/>
        </p:nvSpPr>
        <p:spPr>
          <a:xfrm>
            <a:off x="7614761" y="2739866"/>
            <a:ext cx="6185535" cy="2166223"/>
          </a:xfrm>
          <a:prstGeom prst="roundRect">
            <a:avLst>
              <a:gd name="adj" fmla="val 16576"/>
            </a:avLst>
          </a:prstGeom>
          <a:solidFill>
            <a:srgbClr val="D9D9D9"/>
          </a:solidFill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4077" y="3103840"/>
            <a:ext cx="299204" cy="23931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392597" y="3038951"/>
            <a:ext cx="5168384" cy="15320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Why do we need databases?</a:t>
            </a:r>
            <a:r>
              <a:rPr lang="en-US" sz="1850" dirty="0">
                <a:solidFill>
                  <a:srgbClr val="000000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 Static websites are limited. To build dynamic, interactive applications that remember user data, we need persistent storage.</a:t>
            </a:r>
            <a:endParaRPr lang="en-US" sz="1850" dirty="0"/>
          </a:p>
        </p:txBody>
      </p:sp>
      <p:sp>
        <p:nvSpPr>
          <p:cNvPr id="12" name="Google Shape;688;g36a7fda6971_1_538">
            <a:extLst>
              <a:ext uri="{FF2B5EF4-FFF2-40B4-BE49-F238E27FC236}">
                <a16:creationId xmlns:a16="http://schemas.microsoft.com/office/drawing/2014/main" id="{0DC4C769-8FCF-682E-134A-136924E3ADD5}"/>
              </a:ext>
            </a:extLst>
          </p:cNvPr>
          <p:cNvSpPr/>
          <p:nvPr/>
        </p:nvSpPr>
        <p:spPr>
          <a:xfrm>
            <a:off x="12335122" y="333215"/>
            <a:ext cx="1867652" cy="401891"/>
          </a:xfrm>
          <a:custGeom>
            <a:avLst/>
            <a:gdLst/>
            <a:ahLst/>
            <a:cxnLst/>
            <a:rect l="l" t="t" r="r" b="b"/>
            <a:pathLst>
              <a:path w="2431916" h="523313" extrusionOk="0">
                <a:moveTo>
                  <a:pt x="0" y="0"/>
                </a:moveTo>
                <a:lnTo>
                  <a:pt x="2431916" y="0"/>
                </a:lnTo>
                <a:lnTo>
                  <a:pt x="2431916" y="523314"/>
                </a:lnTo>
                <a:lnTo>
                  <a:pt x="0" y="5233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l="-8259" t="-51888" r="-8248" b="-51898"/>
            </a:stretch>
          </a:blipFill>
          <a:ln>
            <a:noFill/>
          </a:ln>
        </p:spPr>
        <p:txBody>
          <a:bodyPr spcFirstLastPara="1" wrap="square" lIns="121900" tIns="60925" rIns="121900" bIns="609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2115741"/>
            <a:ext cx="12276534" cy="70401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Understanding Databases for Web Applications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837724" y="3178731"/>
            <a:ext cx="4158734" cy="2935010"/>
          </a:xfrm>
          <a:prstGeom prst="roundRect">
            <a:avLst>
              <a:gd name="adj" fmla="val 12234"/>
            </a:avLst>
          </a:prstGeom>
          <a:solidFill>
            <a:srgbClr val="F3F3FF"/>
          </a:solidFill>
          <a:ln w="22860">
            <a:solidFill>
              <a:srgbClr val="2D4DF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9899" y="3440906"/>
            <a:ext cx="2816185" cy="3519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What is a Database?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99899" y="3936444"/>
            <a:ext cx="3634383" cy="1915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A structured collection of data that can be easily accessed, managed, and updated. Think of it as a digital filing cabinet for your application's information.</a:t>
            </a:r>
            <a:endParaRPr lang="en-US" sz="1850" dirty="0"/>
          </a:p>
        </p:txBody>
      </p:sp>
      <p:sp>
        <p:nvSpPr>
          <p:cNvPr id="6" name="Shape 4"/>
          <p:cNvSpPr/>
          <p:nvPr/>
        </p:nvSpPr>
        <p:spPr>
          <a:xfrm>
            <a:off x="5235773" y="3178731"/>
            <a:ext cx="4158734" cy="2935010"/>
          </a:xfrm>
          <a:prstGeom prst="roundRect">
            <a:avLst>
              <a:gd name="adj" fmla="val 12234"/>
            </a:avLst>
          </a:prstGeom>
          <a:solidFill>
            <a:srgbClr val="F3F3FF"/>
          </a:solidFill>
          <a:ln w="22860">
            <a:solidFill>
              <a:srgbClr val="018C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97949" y="3440906"/>
            <a:ext cx="2816185" cy="3519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SQL vs NoSQL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97949" y="3936444"/>
            <a:ext cx="3634383" cy="15320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00002E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Relational (SQL):</a:t>
            </a:r>
            <a:r>
              <a:rPr lang="en-US" sz="1850" dirty="0">
                <a:solidFill>
                  <a:srgbClr val="00002E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 Structured tables with relationships</a:t>
            </a:r>
            <a:r>
              <a:rPr lang="en-US" sz="1850" b="1" dirty="0">
                <a:solidFill>
                  <a:srgbClr val="00002E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Non-Relational (NoSQL):</a:t>
            </a:r>
            <a:r>
              <a:rPr lang="en-US" sz="1850" dirty="0">
                <a:solidFill>
                  <a:srgbClr val="00002E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 Flexible, document-based storage</a:t>
            </a:r>
            <a:endParaRPr lang="en-US" sz="1850" dirty="0"/>
          </a:p>
        </p:txBody>
      </p:sp>
      <p:sp>
        <p:nvSpPr>
          <p:cNvPr id="9" name="Shape 7"/>
          <p:cNvSpPr/>
          <p:nvPr/>
        </p:nvSpPr>
        <p:spPr>
          <a:xfrm>
            <a:off x="9633823" y="3178731"/>
            <a:ext cx="4158853" cy="2935010"/>
          </a:xfrm>
          <a:prstGeom prst="roundRect">
            <a:avLst>
              <a:gd name="adj" fmla="val 12234"/>
            </a:avLst>
          </a:prstGeom>
          <a:solidFill>
            <a:srgbClr val="F3F3FF"/>
          </a:solidFill>
          <a:ln w="22860">
            <a:solidFill>
              <a:srgbClr val="DA33B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95999" y="3440906"/>
            <a:ext cx="2816185" cy="3519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Why Use Databases?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895999" y="3936444"/>
            <a:ext cx="3634502" cy="1915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Enable user registration, store blog posts, track orders, save preferences - basically any data that needs to persist between visits.</a:t>
            </a:r>
            <a:endParaRPr lang="en-US" sz="1850" dirty="0"/>
          </a:p>
        </p:txBody>
      </p:sp>
      <p:sp>
        <p:nvSpPr>
          <p:cNvPr id="12" name="Google Shape;688;g36a7fda6971_1_538">
            <a:extLst>
              <a:ext uri="{FF2B5EF4-FFF2-40B4-BE49-F238E27FC236}">
                <a16:creationId xmlns:a16="http://schemas.microsoft.com/office/drawing/2014/main" id="{06BFC51B-3D1F-83E9-E738-050792A18C14}"/>
              </a:ext>
            </a:extLst>
          </p:cNvPr>
          <p:cNvSpPr/>
          <p:nvPr/>
        </p:nvSpPr>
        <p:spPr>
          <a:xfrm>
            <a:off x="12335122" y="333215"/>
            <a:ext cx="1867652" cy="401891"/>
          </a:xfrm>
          <a:custGeom>
            <a:avLst/>
            <a:gdLst/>
            <a:ahLst/>
            <a:cxnLst/>
            <a:rect l="l" t="t" r="r" b="b"/>
            <a:pathLst>
              <a:path w="2431916" h="523313" extrusionOk="0">
                <a:moveTo>
                  <a:pt x="0" y="0"/>
                </a:moveTo>
                <a:lnTo>
                  <a:pt x="2431916" y="0"/>
                </a:lnTo>
                <a:lnTo>
                  <a:pt x="2431916" y="523314"/>
                </a:lnTo>
                <a:lnTo>
                  <a:pt x="0" y="5233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8259" t="-51888" r="-8248" b="-51898"/>
            </a:stretch>
          </a:blipFill>
          <a:ln>
            <a:noFill/>
          </a:ln>
        </p:spPr>
        <p:txBody>
          <a:bodyPr spcFirstLastPara="1" wrap="square" lIns="121900" tIns="60925" rIns="121900" bIns="609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693063"/>
            <a:ext cx="10032325" cy="70401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Meet MongoDB: Your NoSQL Database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837724" y="2025253"/>
            <a:ext cx="538520" cy="538520"/>
          </a:xfrm>
          <a:prstGeom prst="roundRect">
            <a:avLst>
              <a:gd name="adj" fmla="val 66677"/>
            </a:avLst>
          </a:prstGeom>
          <a:solidFill>
            <a:srgbClr val="F3F3FF"/>
          </a:solidFill>
          <a:ln w="22860">
            <a:solidFill>
              <a:srgbClr val="2D4DF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15559" y="2107525"/>
            <a:ext cx="2842260" cy="70389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Document-Oriented Design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615559" y="3050738"/>
            <a:ext cx="2842260" cy="229814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MongoDB stores data in JSON-like documents (BSON format), making it intuitive for developers familiar with JavaScript and Python dictionaries.</a:t>
            </a:r>
            <a:endParaRPr lang="en-US" sz="1850" dirty="0"/>
          </a:p>
        </p:txBody>
      </p:sp>
      <p:sp>
        <p:nvSpPr>
          <p:cNvPr id="6" name="Shape 4"/>
          <p:cNvSpPr/>
          <p:nvPr/>
        </p:nvSpPr>
        <p:spPr>
          <a:xfrm>
            <a:off x="4757023" y="2025253"/>
            <a:ext cx="538520" cy="538520"/>
          </a:xfrm>
          <a:prstGeom prst="roundRect">
            <a:avLst>
              <a:gd name="adj" fmla="val 66677"/>
            </a:avLst>
          </a:prstGeom>
          <a:solidFill>
            <a:srgbClr val="F3F3FF"/>
          </a:solidFill>
          <a:ln w="22860">
            <a:solidFill>
              <a:srgbClr val="018C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534858" y="2107525"/>
            <a:ext cx="2816185" cy="3519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Flexible Schema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534858" y="2698790"/>
            <a:ext cx="2842260" cy="229814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Unlike rigid SQL tables, MongoDB documents can have different structures. Perfect for rapid development and evolving requirements.</a:t>
            </a:r>
            <a:endParaRPr lang="en-US" sz="1850" dirty="0"/>
          </a:p>
        </p:txBody>
      </p:sp>
      <p:sp>
        <p:nvSpPr>
          <p:cNvPr id="9" name="Shape 7"/>
          <p:cNvSpPr/>
          <p:nvPr/>
        </p:nvSpPr>
        <p:spPr>
          <a:xfrm>
            <a:off x="837724" y="5827633"/>
            <a:ext cx="538520" cy="538520"/>
          </a:xfrm>
          <a:prstGeom prst="roundRect">
            <a:avLst>
              <a:gd name="adj" fmla="val 66677"/>
            </a:avLst>
          </a:prstGeom>
          <a:solidFill>
            <a:srgbClr val="F3F3FF"/>
          </a:solidFill>
          <a:ln w="22860">
            <a:solidFill>
              <a:srgbClr val="DA33B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15559" y="5909905"/>
            <a:ext cx="2816185" cy="3519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Modern Web Ready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615559" y="6501170"/>
            <a:ext cx="6761559" cy="766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Built for scalability and widely adopted by startups and enterprises. Integrates seamlessly with Flask applications.</a:t>
            </a:r>
            <a:endParaRPr lang="en-US" sz="1850" dirty="0"/>
          </a:p>
        </p:txBody>
      </p:sp>
      <p:sp>
        <p:nvSpPr>
          <p:cNvPr id="12" name="Shape 10"/>
          <p:cNvSpPr/>
          <p:nvPr/>
        </p:nvSpPr>
        <p:spPr>
          <a:xfrm>
            <a:off x="8968621" y="2025253"/>
            <a:ext cx="4831556" cy="2166223"/>
          </a:xfrm>
          <a:prstGeom prst="roundRect">
            <a:avLst>
              <a:gd name="adj" fmla="val 16576"/>
            </a:avLst>
          </a:prstGeom>
          <a:solidFill>
            <a:srgbClr val="B6D6FC"/>
          </a:solidFill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7937" y="2389227"/>
            <a:ext cx="299204" cy="239316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9746456" y="2324338"/>
            <a:ext cx="3814405" cy="15320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MongoDB is used by companies like Facebook, Google, and Adobe for handling massive amounts of data efficiently.</a:t>
            </a:r>
            <a:endParaRPr lang="en-US" sz="1850" dirty="0"/>
          </a:p>
        </p:txBody>
      </p:sp>
      <p:sp>
        <p:nvSpPr>
          <p:cNvPr id="15" name="Google Shape;688;g36a7fda6971_1_538">
            <a:extLst>
              <a:ext uri="{FF2B5EF4-FFF2-40B4-BE49-F238E27FC236}">
                <a16:creationId xmlns:a16="http://schemas.microsoft.com/office/drawing/2014/main" id="{3F304D44-B1C9-7C49-0B76-9757FE7E808B}"/>
              </a:ext>
            </a:extLst>
          </p:cNvPr>
          <p:cNvSpPr/>
          <p:nvPr/>
        </p:nvSpPr>
        <p:spPr>
          <a:xfrm>
            <a:off x="12335122" y="333215"/>
            <a:ext cx="1867652" cy="401891"/>
          </a:xfrm>
          <a:custGeom>
            <a:avLst/>
            <a:gdLst/>
            <a:ahLst/>
            <a:cxnLst/>
            <a:rect l="l" t="t" r="r" b="b"/>
            <a:pathLst>
              <a:path w="2431916" h="523313" extrusionOk="0">
                <a:moveTo>
                  <a:pt x="0" y="0"/>
                </a:moveTo>
                <a:lnTo>
                  <a:pt x="2431916" y="0"/>
                </a:lnTo>
                <a:lnTo>
                  <a:pt x="2431916" y="523314"/>
                </a:lnTo>
                <a:lnTo>
                  <a:pt x="0" y="5233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l="-8259" t="-51888" r="-8248" b="-51898"/>
            </a:stretch>
          </a:blipFill>
          <a:ln>
            <a:noFill/>
          </a:ln>
        </p:spPr>
        <p:txBody>
          <a:bodyPr spcFirstLastPara="1" wrap="square" lIns="121900" tIns="60925" rIns="121900" bIns="609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449104"/>
            <a:ext cx="10088404" cy="48041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750"/>
              </a:lnSpc>
              <a:buNone/>
            </a:pPr>
            <a:r>
              <a:rPr lang="en-US" sz="30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MongoDB Structure: Database → Collection → Document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71500" y="1746052"/>
            <a:ext cx="4386977" cy="163235"/>
          </a:xfrm>
          <a:prstGeom prst="roundRect">
            <a:avLst>
              <a:gd name="adj" fmla="val 150077"/>
            </a:avLst>
          </a:prstGeom>
          <a:solidFill>
            <a:srgbClr val="F3F3FF"/>
          </a:solidFill>
          <a:ln w="15240">
            <a:solidFill>
              <a:srgbClr val="2D4DF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4735" y="2072521"/>
            <a:ext cx="1921312" cy="2401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5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Database Level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4735" y="2410658"/>
            <a:ext cx="4060508" cy="5226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00002E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Top-level container (like "student_portal" or "ecommerce_site")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121712" y="1501021"/>
            <a:ext cx="4386977" cy="163235"/>
          </a:xfrm>
          <a:prstGeom prst="roundRect">
            <a:avLst>
              <a:gd name="adj" fmla="val 150077"/>
            </a:avLst>
          </a:prstGeom>
          <a:solidFill>
            <a:srgbClr val="F3F3FF"/>
          </a:solidFill>
          <a:ln w="15240">
            <a:solidFill>
              <a:srgbClr val="018C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84946" y="1827490"/>
            <a:ext cx="1921312" cy="2401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5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Collection Level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284946" y="2165628"/>
            <a:ext cx="4060508" cy="5226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00002E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Groups of related documents (like "users", "products", or "posts")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9671923" y="1256109"/>
            <a:ext cx="4386977" cy="163235"/>
          </a:xfrm>
          <a:prstGeom prst="roundRect">
            <a:avLst>
              <a:gd name="adj" fmla="val 150077"/>
            </a:avLst>
          </a:prstGeom>
          <a:solidFill>
            <a:srgbClr val="F3F3FF"/>
          </a:solidFill>
          <a:ln w="15240">
            <a:solidFill>
              <a:srgbClr val="DA33B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35158" y="1582579"/>
            <a:ext cx="1921312" cy="2401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5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Document Level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835158" y="1920716"/>
            <a:ext cx="4060508" cy="5226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00002E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Individual records containing your actual data in JSON format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71500" y="3341489"/>
            <a:ext cx="3090267" cy="2882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Example Document Structure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71500" y="3874651"/>
            <a:ext cx="13487400" cy="2074188"/>
          </a:xfrm>
          <a:prstGeom prst="roundRect">
            <a:avLst>
              <a:gd name="adj" fmla="val 11811"/>
            </a:avLst>
          </a:prstGeom>
          <a:solidFill>
            <a:srgbClr val="E6E6F2"/>
          </a:solidFill>
        </p:spPr>
      </p:sp>
      <p:sp>
        <p:nvSpPr>
          <p:cNvPr id="14" name="Shape 12"/>
          <p:cNvSpPr/>
          <p:nvPr/>
        </p:nvSpPr>
        <p:spPr>
          <a:xfrm>
            <a:off x="563404" y="3874651"/>
            <a:ext cx="13503593" cy="2074188"/>
          </a:xfrm>
          <a:prstGeom prst="roundRect">
            <a:avLst>
              <a:gd name="adj" fmla="val 1181"/>
            </a:avLst>
          </a:prstGeom>
          <a:solidFill>
            <a:srgbClr val="E6E6F2"/>
          </a:solidFill>
        </p:spPr>
      </p:sp>
      <p:sp>
        <p:nvSpPr>
          <p:cNvPr id="15" name="Text 13"/>
          <p:cNvSpPr/>
          <p:nvPr/>
        </p:nvSpPr>
        <p:spPr>
          <a:xfrm>
            <a:off x="726638" y="3997047"/>
            <a:ext cx="13177123" cy="182939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00002E"/>
                </a:solidFill>
                <a:highlight>
                  <a:srgbClr val="E6E6F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{  </a:t>
            </a:r>
          </a:p>
          <a:p>
            <a:pPr marL="0" indent="45720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00002E"/>
                </a:solidFill>
                <a:highlight>
                  <a:srgbClr val="E6E6F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"_id": "507f1f77bcf86cd799439011",  </a:t>
            </a:r>
          </a:p>
          <a:p>
            <a:pPr marL="0" indent="45720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00002E"/>
                </a:solidFill>
                <a:highlight>
                  <a:srgbClr val="E6E6F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"name": "Sarah Johnson",  </a:t>
            </a:r>
          </a:p>
          <a:p>
            <a:pPr marL="0" indent="45720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00002E"/>
                </a:solidFill>
                <a:highlight>
                  <a:srgbClr val="E6E6F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"email": "sarah@example.com",  </a:t>
            </a:r>
          </a:p>
          <a:p>
            <a:pPr marL="0" indent="45720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00002E"/>
                </a:solidFill>
                <a:highlight>
                  <a:srgbClr val="E6E6F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"age": 22,  </a:t>
            </a:r>
          </a:p>
          <a:p>
            <a:pPr marL="0" indent="45720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00002E"/>
                </a:solidFill>
                <a:highlight>
                  <a:srgbClr val="E6E6F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"courses": ["CS101", "MATH201"]</a:t>
            </a:r>
          </a:p>
          <a:p>
            <a:pPr marL="0" indent="45720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00002E"/>
                </a:solidFill>
                <a:highlight>
                  <a:srgbClr val="E6E6F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1250" dirty="0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6132552"/>
            <a:ext cx="163235" cy="204073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571500" y="6387108"/>
            <a:ext cx="6662023" cy="22860"/>
          </a:xfrm>
          <a:prstGeom prst="rect">
            <a:avLst/>
          </a:prstGeom>
          <a:solidFill>
            <a:srgbClr val="2D4DF2"/>
          </a:solidFill>
        </p:spPr>
      </p:sp>
      <p:sp>
        <p:nvSpPr>
          <p:cNvPr id="18" name="Text 15"/>
          <p:cNvSpPr/>
          <p:nvPr/>
        </p:nvSpPr>
        <p:spPr>
          <a:xfrm>
            <a:off x="571500" y="6514386"/>
            <a:ext cx="1921312" cy="2401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5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Create</a:t>
            </a:r>
            <a:endParaRPr lang="en-US" sz="1500" dirty="0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6758" y="6132552"/>
            <a:ext cx="163235" cy="204073"/>
          </a:xfrm>
          <a:prstGeom prst="rect">
            <a:avLst/>
          </a:prstGeom>
        </p:spPr>
      </p:pic>
      <p:sp>
        <p:nvSpPr>
          <p:cNvPr id="20" name="Shape 16"/>
          <p:cNvSpPr/>
          <p:nvPr/>
        </p:nvSpPr>
        <p:spPr>
          <a:xfrm>
            <a:off x="7396758" y="6387108"/>
            <a:ext cx="6662142" cy="22860"/>
          </a:xfrm>
          <a:prstGeom prst="rect">
            <a:avLst/>
          </a:prstGeom>
          <a:solidFill>
            <a:srgbClr val="018CE1"/>
          </a:solidFill>
        </p:spPr>
      </p:sp>
      <p:sp>
        <p:nvSpPr>
          <p:cNvPr id="21" name="Text 17"/>
          <p:cNvSpPr/>
          <p:nvPr/>
        </p:nvSpPr>
        <p:spPr>
          <a:xfrm>
            <a:off x="7396758" y="6514386"/>
            <a:ext cx="1921312" cy="2401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5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Read</a:t>
            </a:r>
            <a:endParaRPr lang="en-US" sz="1500" dirty="0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7040166"/>
            <a:ext cx="163235" cy="204073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571500" y="7294721"/>
            <a:ext cx="6662023" cy="22860"/>
          </a:xfrm>
          <a:prstGeom prst="rect">
            <a:avLst/>
          </a:prstGeom>
          <a:solidFill>
            <a:srgbClr val="DA33BF"/>
          </a:solidFill>
        </p:spPr>
      </p:sp>
      <p:sp>
        <p:nvSpPr>
          <p:cNvPr id="24" name="Text 19"/>
          <p:cNvSpPr/>
          <p:nvPr/>
        </p:nvSpPr>
        <p:spPr>
          <a:xfrm>
            <a:off x="571500" y="7421999"/>
            <a:ext cx="1921312" cy="2401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5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Update</a:t>
            </a:r>
            <a:endParaRPr lang="en-US" sz="1500" dirty="0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96758" y="7040166"/>
            <a:ext cx="163235" cy="204073"/>
          </a:xfrm>
          <a:prstGeom prst="rect">
            <a:avLst/>
          </a:prstGeom>
        </p:spPr>
      </p:pic>
      <p:sp>
        <p:nvSpPr>
          <p:cNvPr id="26" name="Shape 20"/>
          <p:cNvSpPr/>
          <p:nvPr/>
        </p:nvSpPr>
        <p:spPr>
          <a:xfrm>
            <a:off x="7396758" y="7294721"/>
            <a:ext cx="6662142" cy="22860"/>
          </a:xfrm>
          <a:prstGeom prst="rect">
            <a:avLst/>
          </a:prstGeom>
          <a:solidFill>
            <a:srgbClr val="2D4DF2"/>
          </a:solidFill>
        </p:spPr>
      </p:sp>
      <p:sp>
        <p:nvSpPr>
          <p:cNvPr id="27" name="Text 21"/>
          <p:cNvSpPr/>
          <p:nvPr/>
        </p:nvSpPr>
        <p:spPr>
          <a:xfrm>
            <a:off x="7396758" y="7421999"/>
            <a:ext cx="1921312" cy="2401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5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Delete</a:t>
            </a:r>
            <a:endParaRPr lang="en-US" sz="1500" dirty="0"/>
          </a:p>
        </p:txBody>
      </p:sp>
      <p:sp>
        <p:nvSpPr>
          <p:cNvPr id="28" name="Google Shape;688;g36a7fda6971_1_538">
            <a:extLst>
              <a:ext uri="{FF2B5EF4-FFF2-40B4-BE49-F238E27FC236}">
                <a16:creationId xmlns:a16="http://schemas.microsoft.com/office/drawing/2014/main" id="{7290D323-3CF1-3413-B3B9-0E1B81A75E1D}"/>
              </a:ext>
            </a:extLst>
          </p:cNvPr>
          <p:cNvSpPr/>
          <p:nvPr/>
        </p:nvSpPr>
        <p:spPr>
          <a:xfrm>
            <a:off x="12335122" y="333215"/>
            <a:ext cx="1867652" cy="401891"/>
          </a:xfrm>
          <a:custGeom>
            <a:avLst/>
            <a:gdLst/>
            <a:ahLst/>
            <a:cxnLst/>
            <a:rect l="l" t="t" r="r" b="b"/>
            <a:pathLst>
              <a:path w="2431916" h="523313" extrusionOk="0">
                <a:moveTo>
                  <a:pt x="0" y="0"/>
                </a:moveTo>
                <a:lnTo>
                  <a:pt x="2431916" y="0"/>
                </a:lnTo>
                <a:lnTo>
                  <a:pt x="2431916" y="523314"/>
                </a:lnTo>
                <a:lnTo>
                  <a:pt x="0" y="5233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l="-8259" t="-51888" r="-8248" b="-51898"/>
            </a:stretch>
          </a:blipFill>
          <a:ln>
            <a:noFill/>
          </a:ln>
        </p:spPr>
        <p:txBody>
          <a:bodyPr spcFirstLastPara="1" wrap="square" lIns="121900" tIns="60925" rIns="121900" bIns="609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507212"/>
            <a:ext cx="9948386" cy="70401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Setting Up MongoDB for Development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837724" y="2929176"/>
            <a:ext cx="4158734" cy="3793093"/>
          </a:xfrm>
          <a:prstGeom prst="roundRect">
            <a:avLst>
              <a:gd name="adj" fmla="val 3857"/>
            </a:avLst>
          </a:prstGeom>
          <a:solidFill>
            <a:srgbClr val="F3F3FF">
              <a:alpha val="75000"/>
            </a:srgbClr>
          </a:solidFill>
        </p:spPr>
      </p:sp>
      <p:sp>
        <p:nvSpPr>
          <p:cNvPr id="4" name="Shape 2"/>
          <p:cNvSpPr/>
          <p:nvPr/>
        </p:nvSpPr>
        <p:spPr>
          <a:xfrm>
            <a:off x="837724" y="2898696"/>
            <a:ext cx="4158734" cy="121920"/>
          </a:xfrm>
          <a:prstGeom prst="roundRect">
            <a:avLst>
              <a:gd name="adj" fmla="val 294514"/>
            </a:avLst>
          </a:prstGeom>
          <a:solidFill>
            <a:srgbClr val="2D4DF2"/>
          </a:solidFill>
        </p:spPr>
      </p:sp>
      <p:sp>
        <p:nvSpPr>
          <p:cNvPr id="5" name="Shape 3"/>
          <p:cNvSpPr/>
          <p:nvPr/>
        </p:nvSpPr>
        <p:spPr>
          <a:xfrm>
            <a:off x="2557998" y="2570202"/>
            <a:ext cx="718066" cy="718066"/>
          </a:xfrm>
          <a:prstGeom prst="roundRect">
            <a:avLst>
              <a:gd name="adj" fmla="val 127342"/>
            </a:avLst>
          </a:prstGeom>
          <a:solidFill>
            <a:srgbClr val="2D4DF2"/>
          </a:solidFill>
        </p:spPr>
      </p:sp>
      <p:sp>
        <p:nvSpPr>
          <p:cNvPr id="6" name="Text 4"/>
          <p:cNvSpPr/>
          <p:nvPr/>
        </p:nvSpPr>
        <p:spPr>
          <a:xfrm>
            <a:off x="2773382" y="2749748"/>
            <a:ext cx="287179" cy="35897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1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107519" y="3527584"/>
            <a:ext cx="3122890" cy="3519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Choose Your Installation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107519" y="4023122"/>
            <a:ext cx="3619143" cy="15320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00002E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Local Installation:</a:t>
            </a:r>
            <a:r>
              <a:rPr lang="en-US" sz="1850" dirty="0">
                <a:solidFill>
                  <a:srgbClr val="00002E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 Download from MongoDB.com for full control</a:t>
            </a:r>
            <a:r>
              <a:rPr lang="en-US" sz="1850" b="1" dirty="0">
                <a:solidFill>
                  <a:srgbClr val="00002E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MongoDB Atlas:</a:t>
            </a:r>
            <a:r>
              <a:rPr lang="en-US" sz="1850" dirty="0">
                <a:solidFill>
                  <a:srgbClr val="00002E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 Cloud-hosted, free tier available, no setup required</a:t>
            </a:r>
            <a:endParaRPr lang="en-US" sz="1850" dirty="0"/>
          </a:p>
        </p:txBody>
      </p:sp>
      <p:sp>
        <p:nvSpPr>
          <p:cNvPr id="9" name="Shape 7"/>
          <p:cNvSpPr/>
          <p:nvPr/>
        </p:nvSpPr>
        <p:spPr>
          <a:xfrm>
            <a:off x="5235773" y="2929176"/>
            <a:ext cx="4158734" cy="3793093"/>
          </a:xfrm>
          <a:prstGeom prst="roundRect">
            <a:avLst>
              <a:gd name="adj" fmla="val 3857"/>
            </a:avLst>
          </a:prstGeom>
          <a:solidFill>
            <a:srgbClr val="F3F3FF">
              <a:alpha val="75000"/>
            </a:srgbClr>
          </a:solidFill>
        </p:spPr>
      </p:sp>
      <p:sp>
        <p:nvSpPr>
          <p:cNvPr id="10" name="Shape 8"/>
          <p:cNvSpPr/>
          <p:nvPr/>
        </p:nvSpPr>
        <p:spPr>
          <a:xfrm>
            <a:off x="5235773" y="2898696"/>
            <a:ext cx="4158734" cy="121920"/>
          </a:xfrm>
          <a:prstGeom prst="roundRect">
            <a:avLst>
              <a:gd name="adj" fmla="val 294514"/>
            </a:avLst>
          </a:prstGeom>
          <a:solidFill>
            <a:srgbClr val="018CE1"/>
          </a:solidFill>
        </p:spPr>
      </p:sp>
      <p:sp>
        <p:nvSpPr>
          <p:cNvPr id="11" name="Shape 9"/>
          <p:cNvSpPr/>
          <p:nvPr/>
        </p:nvSpPr>
        <p:spPr>
          <a:xfrm>
            <a:off x="6956048" y="2570202"/>
            <a:ext cx="718066" cy="718066"/>
          </a:xfrm>
          <a:prstGeom prst="roundRect">
            <a:avLst>
              <a:gd name="adj" fmla="val 127342"/>
            </a:avLst>
          </a:prstGeom>
          <a:solidFill>
            <a:srgbClr val="2D4DF2"/>
          </a:solidFill>
        </p:spPr>
      </p:sp>
      <p:sp>
        <p:nvSpPr>
          <p:cNvPr id="12" name="Text 10"/>
          <p:cNvSpPr/>
          <p:nvPr/>
        </p:nvSpPr>
        <p:spPr>
          <a:xfrm>
            <a:off x="7171432" y="2749748"/>
            <a:ext cx="287179" cy="35897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2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5505569" y="3527584"/>
            <a:ext cx="2816185" cy="3519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Essential Tools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505569" y="4023122"/>
            <a:ext cx="3619143" cy="15320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00002E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MongoDB Shell:</a:t>
            </a:r>
            <a:r>
              <a:rPr lang="en-US" sz="1850" dirty="0">
                <a:solidFill>
                  <a:srgbClr val="00002E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 Command-line interface for database operations</a:t>
            </a:r>
            <a:r>
              <a:rPr lang="en-US" sz="1850" b="1" dirty="0">
                <a:solidFill>
                  <a:srgbClr val="00002E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MongoDB Compass:</a:t>
            </a:r>
            <a:r>
              <a:rPr lang="en-US" sz="1850" dirty="0">
                <a:solidFill>
                  <a:srgbClr val="00002E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 Visual GUI for exploring and managing data</a:t>
            </a:r>
            <a:endParaRPr lang="en-US" sz="1850" dirty="0"/>
          </a:p>
        </p:txBody>
      </p:sp>
      <p:sp>
        <p:nvSpPr>
          <p:cNvPr id="15" name="Shape 13"/>
          <p:cNvSpPr/>
          <p:nvPr/>
        </p:nvSpPr>
        <p:spPr>
          <a:xfrm>
            <a:off x="9633823" y="2929176"/>
            <a:ext cx="4158853" cy="3793093"/>
          </a:xfrm>
          <a:prstGeom prst="roundRect">
            <a:avLst>
              <a:gd name="adj" fmla="val 3857"/>
            </a:avLst>
          </a:prstGeom>
          <a:solidFill>
            <a:srgbClr val="F3F3FF">
              <a:alpha val="75000"/>
            </a:srgbClr>
          </a:solidFill>
        </p:spPr>
      </p:sp>
      <p:sp>
        <p:nvSpPr>
          <p:cNvPr id="16" name="Shape 14"/>
          <p:cNvSpPr/>
          <p:nvPr/>
        </p:nvSpPr>
        <p:spPr>
          <a:xfrm>
            <a:off x="9633823" y="2898696"/>
            <a:ext cx="4158853" cy="121920"/>
          </a:xfrm>
          <a:prstGeom prst="roundRect">
            <a:avLst>
              <a:gd name="adj" fmla="val 294514"/>
            </a:avLst>
          </a:prstGeom>
          <a:solidFill>
            <a:srgbClr val="DA33BF"/>
          </a:solidFill>
        </p:spPr>
      </p:sp>
      <p:sp>
        <p:nvSpPr>
          <p:cNvPr id="17" name="Shape 15"/>
          <p:cNvSpPr/>
          <p:nvPr/>
        </p:nvSpPr>
        <p:spPr>
          <a:xfrm>
            <a:off x="11354217" y="2570202"/>
            <a:ext cx="718066" cy="718066"/>
          </a:xfrm>
          <a:prstGeom prst="roundRect">
            <a:avLst>
              <a:gd name="adj" fmla="val 127342"/>
            </a:avLst>
          </a:prstGeom>
          <a:solidFill>
            <a:srgbClr val="2D4DF2"/>
          </a:solidFill>
        </p:spPr>
      </p:sp>
      <p:sp>
        <p:nvSpPr>
          <p:cNvPr id="18" name="Text 16"/>
          <p:cNvSpPr/>
          <p:nvPr/>
        </p:nvSpPr>
        <p:spPr>
          <a:xfrm>
            <a:off x="11569601" y="2749748"/>
            <a:ext cx="287179" cy="35897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3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9903619" y="3527584"/>
            <a:ext cx="2822019" cy="3519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Quick Start Command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9903619" y="4023122"/>
            <a:ext cx="3619262" cy="766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For local installation, start MongoDB with:</a:t>
            </a:r>
            <a:endParaRPr lang="en-US" sz="1850" dirty="0"/>
          </a:p>
        </p:txBody>
      </p:sp>
      <p:sp>
        <p:nvSpPr>
          <p:cNvPr id="21" name="Shape 19"/>
          <p:cNvSpPr/>
          <p:nvPr/>
        </p:nvSpPr>
        <p:spPr>
          <a:xfrm>
            <a:off x="9903619" y="5058370"/>
            <a:ext cx="3619262" cy="741878"/>
          </a:xfrm>
          <a:prstGeom prst="roundRect">
            <a:avLst>
              <a:gd name="adj" fmla="val 48400"/>
            </a:avLst>
          </a:prstGeom>
          <a:solidFill>
            <a:srgbClr val="E6E6F2"/>
          </a:solidFill>
        </p:spPr>
      </p:sp>
      <p:sp>
        <p:nvSpPr>
          <p:cNvPr id="22" name="Shape 20"/>
          <p:cNvSpPr/>
          <p:nvPr/>
        </p:nvSpPr>
        <p:spPr>
          <a:xfrm>
            <a:off x="9891712" y="5058370"/>
            <a:ext cx="3643074" cy="741878"/>
          </a:xfrm>
          <a:prstGeom prst="roundRect">
            <a:avLst>
              <a:gd name="adj" fmla="val 4840"/>
            </a:avLst>
          </a:prstGeom>
          <a:solidFill>
            <a:srgbClr val="E6E6F2"/>
          </a:solidFill>
        </p:spPr>
      </p:sp>
      <p:sp>
        <p:nvSpPr>
          <p:cNvPr id="23" name="Text 21"/>
          <p:cNvSpPr/>
          <p:nvPr/>
        </p:nvSpPr>
        <p:spPr>
          <a:xfrm>
            <a:off x="10131028" y="5237798"/>
            <a:ext cx="3164443" cy="3830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highlight>
                  <a:srgbClr val="E6E6F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mongod --dbpath /data/db</a:t>
            </a:r>
            <a:endParaRPr lang="en-US" sz="1850" dirty="0"/>
          </a:p>
        </p:txBody>
      </p:sp>
      <p:sp>
        <p:nvSpPr>
          <p:cNvPr id="24" name="Text 22"/>
          <p:cNvSpPr/>
          <p:nvPr/>
        </p:nvSpPr>
        <p:spPr>
          <a:xfrm>
            <a:off x="9903619" y="6069449"/>
            <a:ext cx="3619262" cy="3830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Then connect using: mongo</a:t>
            </a:r>
            <a:endParaRPr lang="en-US" sz="1850" dirty="0"/>
          </a:p>
        </p:txBody>
      </p:sp>
      <p:sp>
        <p:nvSpPr>
          <p:cNvPr id="25" name="Google Shape;688;g36a7fda6971_1_538">
            <a:extLst>
              <a:ext uri="{FF2B5EF4-FFF2-40B4-BE49-F238E27FC236}">
                <a16:creationId xmlns:a16="http://schemas.microsoft.com/office/drawing/2014/main" id="{32DA702F-97E5-3E56-14E8-C5C30F8ECA23}"/>
              </a:ext>
            </a:extLst>
          </p:cNvPr>
          <p:cNvSpPr/>
          <p:nvPr/>
        </p:nvSpPr>
        <p:spPr>
          <a:xfrm>
            <a:off x="12335122" y="333215"/>
            <a:ext cx="1867652" cy="401891"/>
          </a:xfrm>
          <a:custGeom>
            <a:avLst/>
            <a:gdLst/>
            <a:ahLst/>
            <a:cxnLst/>
            <a:rect l="l" t="t" r="r" b="b"/>
            <a:pathLst>
              <a:path w="2431916" h="523313" extrusionOk="0">
                <a:moveTo>
                  <a:pt x="0" y="0"/>
                </a:moveTo>
                <a:lnTo>
                  <a:pt x="2431916" y="0"/>
                </a:lnTo>
                <a:lnTo>
                  <a:pt x="2431916" y="523314"/>
                </a:lnTo>
                <a:lnTo>
                  <a:pt x="0" y="5233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8259" t="-51888" r="-8248" b="-51898"/>
            </a:stretch>
          </a:blipFill>
          <a:ln>
            <a:noFill/>
          </a:ln>
        </p:spPr>
        <p:txBody>
          <a:bodyPr spcFirstLastPara="1" wrap="square" lIns="121900" tIns="60925" rIns="121900" bIns="609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297" y="518279"/>
            <a:ext cx="6145411" cy="55328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350"/>
              </a:lnSpc>
              <a:buNone/>
            </a:pPr>
            <a:r>
              <a:rPr lang="en-US" sz="34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Connecting Flask to MongoDB</a:t>
            </a:r>
            <a:endParaRPr lang="en-US" sz="3450" dirty="0"/>
          </a:p>
        </p:txBody>
      </p:sp>
      <p:sp>
        <p:nvSpPr>
          <p:cNvPr id="3" name="Text 1"/>
          <p:cNvSpPr/>
          <p:nvPr/>
        </p:nvSpPr>
        <p:spPr>
          <a:xfrm>
            <a:off x="658297" y="1541621"/>
            <a:ext cx="2655689" cy="33194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Required Libraries</a:t>
            </a:r>
            <a:endParaRPr lang="en-US" sz="2050" dirty="0"/>
          </a:p>
        </p:txBody>
      </p:sp>
      <p:sp>
        <p:nvSpPr>
          <p:cNvPr id="4" name="Text 2"/>
          <p:cNvSpPr/>
          <p:nvPr/>
        </p:nvSpPr>
        <p:spPr>
          <a:xfrm>
            <a:off x="658297" y="2061567"/>
            <a:ext cx="8493323" cy="30099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00002E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Install the necessary Python packages to bridge Flask and MongoDB: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58297" y="2574131"/>
            <a:ext cx="8493323" cy="582930"/>
          </a:xfrm>
          <a:prstGeom prst="roundRect">
            <a:avLst>
              <a:gd name="adj" fmla="val 48406"/>
            </a:avLst>
          </a:prstGeom>
          <a:solidFill>
            <a:srgbClr val="E6E6F2"/>
          </a:solidFill>
        </p:spPr>
      </p:sp>
      <p:sp>
        <p:nvSpPr>
          <p:cNvPr id="6" name="Shape 4"/>
          <p:cNvSpPr/>
          <p:nvPr/>
        </p:nvSpPr>
        <p:spPr>
          <a:xfrm>
            <a:off x="649010" y="2574131"/>
            <a:ext cx="8511897" cy="582930"/>
          </a:xfrm>
          <a:prstGeom prst="roundRect">
            <a:avLst>
              <a:gd name="adj" fmla="val 4841"/>
            </a:avLst>
          </a:prstGeom>
          <a:solidFill>
            <a:srgbClr val="E6E6F2"/>
          </a:solidFill>
        </p:spPr>
      </p:sp>
      <p:sp>
        <p:nvSpPr>
          <p:cNvPr id="7" name="Text 5"/>
          <p:cNvSpPr/>
          <p:nvPr/>
        </p:nvSpPr>
        <p:spPr>
          <a:xfrm>
            <a:off x="837009" y="2715101"/>
            <a:ext cx="8135898" cy="30099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00002E"/>
                </a:solidFill>
                <a:highlight>
                  <a:srgbClr val="E6E6F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pip install pymongo flask-pymongo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58297" y="3368635"/>
            <a:ext cx="2655689" cy="33194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Basic Configuration</a:t>
            </a:r>
            <a:endParaRPr lang="en-US" sz="2050" dirty="0"/>
          </a:p>
        </p:txBody>
      </p:sp>
      <p:sp>
        <p:nvSpPr>
          <p:cNvPr id="9" name="Text 7"/>
          <p:cNvSpPr/>
          <p:nvPr/>
        </p:nvSpPr>
        <p:spPr>
          <a:xfrm>
            <a:off x="658297" y="3888581"/>
            <a:ext cx="8493323" cy="30099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00002E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Add this configuration to your Flask app to establish the database connection: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58297" y="4401145"/>
            <a:ext cx="8493323" cy="2087880"/>
          </a:xfrm>
          <a:prstGeom prst="roundRect">
            <a:avLst>
              <a:gd name="adj" fmla="val 13515"/>
            </a:avLst>
          </a:prstGeom>
          <a:solidFill>
            <a:srgbClr val="E6E6F2"/>
          </a:solidFill>
        </p:spPr>
      </p:sp>
      <p:sp>
        <p:nvSpPr>
          <p:cNvPr id="11" name="Shape 9"/>
          <p:cNvSpPr/>
          <p:nvPr/>
        </p:nvSpPr>
        <p:spPr>
          <a:xfrm>
            <a:off x="649010" y="4401145"/>
            <a:ext cx="8511897" cy="2087880"/>
          </a:xfrm>
          <a:prstGeom prst="roundRect">
            <a:avLst>
              <a:gd name="adj" fmla="val 1351"/>
            </a:avLst>
          </a:prstGeom>
          <a:solidFill>
            <a:srgbClr val="E6E6F2"/>
          </a:solidFill>
        </p:spPr>
      </p:sp>
      <p:sp>
        <p:nvSpPr>
          <p:cNvPr id="12" name="Text 10"/>
          <p:cNvSpPr/>
          <p:nvPr/>
        </p:nvSpPr>
        <p:spPr>
          <a:xfrm>
            <a:off x="837009" y="4542115"/>
            <a:ext cx="8135898" cy="18059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00002E"/>
                </a:solidFill>
                <a:highlight>
                  <a:srgbClr val="E6E6F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from flask import Flask</a:t>
            </a:r>
          </a:p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00002E"/>
                </a:solidFill>
                <a:highlight>
                  <a:srgbClr val="E6E6F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from flask_pymongo </a:t>
            </a:r>
          </a:p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00002E"/>
                </a:solidFill>
                <a:highlight>
                  <a:srgbClr val="E6E6F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import PyMongo</a:t>
            </a:r>
          </a:p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00002E"/>
                </a:solidFill>
                <a:highlight>
                  <a:srgbClr val="E6E6F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app = Flask(__name__)</a:t>
            </a:r>
          </a:p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00002E"/>
                </a:solidFill>
                <a:highlight>
                  <a:srgbClr val="E6E6F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app.config["MONGO_URI"] = "mongodb://localhost:27017/mydb"mongo = PyMongo(app)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58297" y="6700599"/>
            <a:ext cx="8493323" cy="799028"/>
          </a:xfrm>
          <a:prstGeom prst="roundRect">
            <a:avLst>
              <a:gd name="adj" fmla="val 35314"/>
            </a:avLst>
          </a:prstGeom>
          <a:solidFill>
            <a:srgbClr val="FCF2B5"/>
          </a:solidFill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296" y="6984325"/>
            <a:ext cx="235029" cy="18800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269325" y="6935510"/>
            <a:ext cx="7694295" cy="30099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For production, always use environment variables to store connection strings securely!</a:t>
            </a:r>
            <a:endParaRPr lang="en-US" sz="145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18107" y="1565196"/>
            <a:ext cx="4361498" cy="2453283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9618107" y="4230053"/>
            <a:ext cx="4361498" cy="6019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b="1" dirty="0">
                <a:solidFill>
                  <a:srgbClr val="2D4DF2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Pro Tip:</a:t>
            </a:r>
            <a:r>
              <a:rPr lang="en-US" sz="1450" dirty="0">
                <a:solidFill>
                  <a:srgbClr val="00002E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 Use MongoDB Atlas connection strings for cloud deployment instead of localhost.</a:t>
            </a:r>
            <a:endParaRPr lang="en-US" sz="1450" dirty="0"/>
          </a:p>
        </p:txBody>
      </p:sp>
      <p:sp>
        <p:nvSpPr>
          <p:cNvPr id="18" name="Google Shape;688;g36a7fda6971_1_538">
            <a:extLst>
              <a:ext uri="{FF2B5EF4-FFF2-40B4-BE49-F238E27FC236}">
                <a16:creationId xmlns:a16="http://schemas.microsoft.com/office/drawing/2014/main" id="{0BE38E64-1D83-AEEC-9B86-DC7E478549FF}"/>
              </a:ext>
            </a:extLst>
          </p:cNvPr>
          <p:cNvSpPr/>
          <p:nvPr/>
        </p:nvSpPr>
        <p:spPr>
          <a:xfrm>
            <a:off x="12335122" y="333215"/>
            <a:ext cx="1867652" cy="401891"/>
          </a:xfrm>
          <a:custGeom>
            <a:avLst/>
            <a:gdLst/>
            <a:ahLst/>
            <a:cxnLst/>
            <a:rect l="l" t="t" r="r" b="b"/>
            <a:pathLst>
              <a:path w="2431916" h="523313" extrusionOk="0">
                <a:moveTo>
                  <a:pt x="0" y="0"/>
                </a:moveTo>
                <a:lnTo>
                  <a:pt x="2431916" y="0"/>
                </a:lnTo>
                <a:lnTo>
                  <a:pt x="2431916" y="523314"/>
                </a:lnTo>
                <a:lnTo>
                  <a:pt x="0" y="5233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l="-8259" t="-51888" r="-8248" b="-51898"/>
            </a:stretch>
          </a:blipFill>
          <a:ln>
            <a:noFill/>
          </a:ln>
        </p:spPr>
        <p:txBody>
          <a:bodyPr spcFirstLastPara="1" wrap="square" lIns="121900" tIns="60925" rIns="121900" bIns="609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5673" y="491609"/>
            <a:ext cx="7982545" cy="52578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33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CRUD Operations: Flask Meets MongoDB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7303770" y="1374934"/>
            <a:ext cx="22860" cy="6364486"/>
          </a:xfrm>
          <a:prstGeom prst="roundRect">
            <a:avLst>
              <a:gd name="adj" fmla="val 1173104"/>
            </a:avLst>
          </a:prstGeom>
          <a:solidFill>
            <a:srgbClr val="000000">
              <a:alpha val="8000"/>
            </a:srgbClr>
          </a:solidFill>
        </p:spPr>
      </p:sp>
      <p:sp>
        <p:nvSpPr>
          <p:cNvPr id="4" name="Shape 2"/>
          <p:cNvSpPr/>
          <p:nvPr/>
        </p:nvSpPr>
        <p:spPr>
          <a:xfrm>
            <a:off x="6980515" y="1564600"/>
            <a:ext cx="357545" cy="22860"/>
          </a:xfrm>
          <a:prstGeom prst="roundRect">
            <a:avLst>
              <a:gd name="adj" fmla="val 1173104"/>
            </a:avLst>
          </a:prstGeom>
          <a:solidFill>
            <a:srgbClr val="4666FF"/>
          </a:solidFill>
        </p:spPr>
      </p:sp>
      <p:sp>
        <p:nvSpPr>
          <p:cNvPr id="5" name="Shape 3"/>
          <p:cNvSpPr/>
          <p:nvPr/>
        </p:nvSpPr>
        <p:spPr>
          <a:xfrm>
            <a:off x="7248168" y="1508998"/>
            <a:ext cx="134064" cy="134064"/>
          </a:xfrm>
          <a:prstGeom prst="roundRect">
            <a:avLst>
              <a:gd name="adj" fmla="val 341031"/>
            </a:avLst>
          </a:prstGeom>
          <a:solidFill>
            <a:srgbClr val="2D4DF2"/>
          </a:solidFill>
        </p:spPr>
      </p:sp>
      <p:sp>
        <p:nvSpPr>
          <p:cNvPr id="6" name="Text 4"/>
          <p:cNvSpPr/>
          <p:nvPr/>
        </p:nvSpPr>
        <p:spPr>
          <a:xfrm>
            <a:off x="4496872" y="1436370"/>
            <a:ext cx="2103239" cy="26289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r">
              <a:lnSpc>
                <a:spcPts val="2050"/>
              </a:lnSpc>
              <a:buNone/>
            </a:pPr>
            <a:r>
              <a:rPr lang="en-US" sz="16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Create - Insert Data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625673" y="1806416"/>
            <a:ext cx="5974437" cy="57221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lnSpc>
                <a:spcPts val="2250"/>
              </a:lnSpc>
              <a:buNone/>
            </a:pPr>
            <a:r>
              <a:rPr lang="en-US" sz="1400" dirty="0">
                <a:solidFill>
                  <a:srgbClr val="00002E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Capture form data in Flask and insert new documents into MongoDB collections. Perfect for user registrations and new content.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5673" y="2579727"/>
            <a:ext cx="5974437" cy="840343"/>
          </a:xfrm>
          <a:prstGeom prst="roundRect">
            <a:avLst>
              <a:gd name="adj" fmla="val 31912"/>
            </a:avLst>
          </a:prstGeom>
          <a:solidFill>
            <a:srgbClr val="E6E6F2"/>
          </a:solidFill>
        </p:spPr>
      </p:sp>
      <p:sp>
        <p:nvSpPr>
          <p:cNvPr id="9" name="Shape 7"/>
          <p:cNvSpPr/>
          <p:nvPr/>
        </p:nvSpPr>
        <p:spPr>
          <a:xfrm>
            <a:off x="616744" y="2579727"/>
            <a:ext cx="5992297" cy="840343"/>
          </a:xfrm>
          <a:prstGeom prst="roundRect">
            <a:avLst>
              <a:gd name="adj" fmla="val 3191"/>
            </a:avLst>
          </a:prstGeom>
          <a:solidFill>
            <a:srgbClr val="E6E6F2"/>
          </a:solidFill>
        </p:spPr>
      </p:sp>
      <p:sp>
        <p:nvSpPr>
          <p:cNvPr id="10" name="Text 8"/>
          <p:cNvSpPr/>
          <p:nvPr/>
        </p:nvSpPr>
        <p:spPr>
          <a:xfrm>
            <a:off x="795457" y="2713792"/>
            <a:ext cx="5634871" cy="57221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lnSpc>
                <a:spcPts val="2250"/>
              </a:lnSpc>
              <a:buNone/>
            </a:pPr>
            <a:r>
              <a:rPr lang="en-US" sz="1400" dirty="0">
                <a:solidFill>
                  <a:srgbClr val="00002E"/>
                </a:solidFill>
                <a:highlight>
                  <a:srgbClr val="E6E6F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user = {"name": name, "email": email}mongo.db.users.insert_one(user)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292340" y="2637234"/>
            <a:ext cx="357545" cy="22860"/>
          </a:xfrm>
          <a:prstGeom prst="roundRect">
            <a:avLst>
              <a:gd name="adj" fmla="val 1173104"/>
            </a:avLst>
          </a:prstGeom>
          <a:solidFill>
            <a:srgbClr val="1AA5FA"/>
          </a:solidFill>
        </p:spPr>
      </p:sp>
      <p:sp>
        <p:nvSpPr>
          <p:cNvPr id="12" name="Shape 10"/>
          <p:cNvSpPr/>
          <p:nvPr/>
        </p:nvSpPr>
        <p:spPr>
          <a:xfrm>
            <a:off x="7248168" y="2581632"/>
            <a:ext cx="134064" cy="134064"/>
          </a:xfrm>
          <a:prstGeom prst="roundRect">
            <a:avLst>
              <a:gd name="adj" fmla="val 341031"/>
            </a:avLst>
          </a:prstGeom>
          <a:solidFill>
            <a:srgbClr val="018CE1"/>
          </a:solidFill>
        </p:spPr>
      </p:sp>
      <p:sp>
        <p:nvSpPr>
          <p:cNvPr id="13" name="Text 11"/>
          <p:cNvSpPr/>
          <p:nvPr/>
        </p:nvSpPr>
        <p:spPr>
          <a:xfrm>
            <a:off x="8030289" y="2509004"/>
            <a:ext cx="2191822" cy="26289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Read - Fetch &amp; Display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8030289" y="2879050"/>
            <a:ext cx="5974437" cy="57221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00002E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Query MongoDB from Flask routes and pass data to templates for dynamic rendering. Show user profiles, blog posts, product listings.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030289" y="3652361"/>
            <a:ext cx="5974437" cy="840343"/>
          </a:xfrm>
          <a:prstGeom prst="roundRect">
            <a:avLst>
              <a:gd name="adj" fmla="val 31912"/>
            </a:avLst>
          </a:prstGeom>
          <a:solidFill>
            <a:srgbClr val="E6E6F2"/>
          </a:solidFill>
        </p:spPr>
      </p:sp>
      <p:sp>
        <p:nvSpPr>
          <p:cNvPr id="16" name="Shape 14"/>
          <p:cNvSpPr/>
          <p:nvPr/>
        </p:nvSpPr>
        <p:spPr>
          <a:xfrm>
            <a:off x="8021360" y="3652361"/>
            <a:ext cx="5992297" cy="840343"/>
          </a:xfrm>
          <a:prstGeom prst="roundRect">
            <a:avLst>
              <a:gd name="adj" fmla="val 3191"/>
            </a:avLst>
          </a:prstGeom>
          <a:solidFill>
            <a:srgbClr val="E6E6F2"/>
          </a:solidFill>
        </p:spPr>
      </p:sp>
      <p:sp>
        <p:nvSpPr>
          <p:cNvPr id="17" name="Text 15"/>
          <p:cNvSpPr/>
          <p:nvPr/>
        </p:nvSpPr>
        <p:spPr>
          <a:xfrm>
            <a:off x="8200073" y="3786426"/>
            <a:ext cx="5634871" cy="57221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00002E"/>
                </a:solidFill>
                <a:highlight>
                  <a:srgbClr val="E6E6F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users = mongo.db.users.find()return render_template('users.html', users=users)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980515" y="3967282"/>
            <a:ext cx="357545" cy="22860"/>
          </a:xfrm>
          <a:prstGeom prst="roundRect">
            <a:avLst>
              <a:gd name="adj" fmla="val 1173104"/>
            </a:avLst>
          </a:prstGeom>
          <a:solidFill>
            <a:srgbClr val="F34CD8"/>
          </a:solidFill>
        </p:spPr>
      </p:sp>
      <p:sp>
        <p:nvSpPr>
          <p:cNvPr id="19" name="Shape 17"/>
          <p:cNvSpPr/>
          <p:nvPr/>
        </p:nvSpPr>
        <p:spPr>
          <a:xfrm>
            <a:off x="7248168" y="3911679"/>
            <a:ext cx="134064" cy="134064"/>
          </a:xfrm>
          <a:prstGeom prst="roundRect">
            <a:avLst>
              <a:gd name="adj" fmla="val 341031"/>
            </a:avLst>
          </a:prstGeom>
          <a:solidFill>
            <a:srgbClr val="DA33BF"/>
          </a:solidFill>
        </p:spPr>
      </p:sp>
      <p:sp>
        <p:nvSpPr>
          <p:cNvPr id="20" name="Text 18"/>
          <p:cNvSpPr/>
          <p:nvPr/>
        </p:nvSpPr>
        <p:spPr>
          <a:xfrm>
            <a:off x="4212908" y="3839051"/>
            <a:ext cx="2387203" cy="26289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r">
              <a:lnSpc>
                <a:spcPts val="2050"/>
              </a:lnSpc>
              <a:buNone/>
            </a:pPr>
            <a:r>
              <a:rPr lang="en-US" sz="16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Update - Modify Records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625673" y="4209098"/>
            <a:ext cx="5974437" cy="57221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lnSpc>
                <a:spcPts val="2250"/>
              </a:lnSpc>
              <a:buNone/>
            </a:pPr>
            <a:r>
              <a:rPr lang="en-US" sz="1400" dirty="0">
                <a:solidFill>
                  <a:srgbClr val="00002E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Enable users to edit their profiles, update settings, or modify existing content through web forms.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25673" y="4982408"/>
            <a:ext cx="5974437" cy="1412557"/>
          </a:xfrm>
          <a:prstGeom prst="roundRect">
            <a:avLst>
              <a:gd name="adj" fmla="val 18985"/>
            </a:avLst>
          </a:prstGeom>
          <a:solidFill>
            <a:srgbClr val="E6E6F2"/>
          </a:solidFill>
        </p:spPr>
      </p:sp>
      <p:sp>
        <p:nvSpPr>
          <p:cNvPr id="23" name="Shape 21"/>
          <p:cNvSpPr/>
          <p:nvPr/>
        </p:nvSpPr>
        <p:spPr>
          <a:xfrm>
            <a:off x="616744" y="4982408"/>
            <a:ext cx="5992297" cy="1412557"/>
          </a:xfrm>
          <a:prstGeom prst="roundRect">
            <a:avLst>
              <a:gd name="adj" fmla="val 1898"/>
            </a:avLst>
          </a:prstGeom>
          <a:solidFill>
            <a:srgbClr val="E6E6F2"/>
          </a:solidFill>
        </p:spPr>
      </p:sp>
      <p:sp>
        <p:nvSpPr>
          <p:cNvPr id="24" name="Text 22"/>
          <p:cNvSpPr/>
          <p:nvPr/>
        </p:nvSpPr>
        <p:spPr>
          <a:xfrm>
            <a:off x="795457" y="5116473"/>
            <a:ext cx="5634871" cy="114442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lnSpc>
                <a:spcPts val="2250"/>
              </a:lnSpc>
              <a:buNone/>
            </a:pPr>
            <a:r>
              <a:rPr lang="en-US" sz="1400" dirty="0">
                <a:solidFill>
                  <a:srgbClr val="00002E"/>
                </a:solidFill>
                <a:highlight>
                  <a:srgbClr val="E6E6F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mongo.db.users.update_one(    {"_id": ObjectId(user_id)},     {"$set": {"email": new_email}})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292340" y="5454729"/>
            <a:ext cx="357545" cy="22860"/>
          </a:xfrm>
          <a:prstGeom prst="roundRect">
            <a:avLst>
              <a:gd name="adj" fmla="val 1173104"/>
            </a:avLst>
          </a:prstGeom>
          <a:solidFill>
            <a:srgbClr val="4666FF"/>
          </a:solidFill>
        </p:spPr>
      </p:sp>
      <p:sp>
        <p:nvSpPr>
          <p:cNvPr id="26" name="Shape 24"/>
          <p:cNvSpPr/>
          <p:nvPr/>
        </p:nvSpPr>
        <p:spPr>
          <a:xfrm>
            <a:off x="7248168" y="5399127"/>
            <a:ext cx="134064" cy="134064"/>
          </a:xfrm>
          <a:prstGeom prst="roundRect">
            <a:avLst>
              <a:gd name="adj" fmla="val 341031"/>
            </a:avLst>
          </a:prstGeom>
          <a:solidFill>
            <a:srgbClr val="2D4DF2"/>
          </a:solidFill>
        </p:spPr>
      </p:sp>
      <p:sp>
        <p:nvSpPr>
          <p:cNvPr id="27" name="Text 25"/>
          <p:cNvSpPr/>
          <p:nvPr/>
        </p:nvSpPr>
        <p:spPr>
          <a:xfrm>
            <a:off x="8030289" y="5326499"/>
            <a:ext cx="2124789" cy="26289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Delete - Remove Data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8030289" y="5696545"/>
            <a:ext cx="5974437" cy="57221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00002E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Safely remove unwanted records while maintaining data integrity and user experience.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8030289" y="6469856"/>
            <a:ext cx="5974437" cy="1126450"/>
          </a:xfrm>
          <a:prstGeom prst="roundRect">
            <a:avLst>
              <a:gd name="adj" fmla="val 23807"/>
            </a:avLst>
          </a:prstGeom>
          <a:solidFill>
            <a:srgbClr val="E6E6F2"/>
          </a:solidFill>
        </p:spPr>
      </p:sp>
      <p:sp>
        <p:nvSpPr>
          <p:cNvPr id="30" name="Shape 28"/>
          <p:cNvSpPr/>
          <p:nvPr/>
        </p:nvSpPr>
        <p:spPr>
          <a:xfrm>
            <a:off x="8021360" y="6469856"/>
            <a:ext cx="5992297" cy="1126450"/>
          </a:xfrm>
          <a:prstGeom prst="roundRect">
            <a:avLst>
              <a:gd name="adj" fmla="val 2381"/>
            </a:avLst>
          </a:prstGeom>
          <a:solidFill>
            <a:srgbClr val="E6E6F2"/>
          </a:solidFill>
        </p:spPr>
      </p:sp>
      <p:sp>
        <p:nvSpPr>
          <p:cNvPr id="31" name="Text 29"/>
          <p:cNvSpPr/>
          <p:nvPr/>
        </p:nvSpPr>
        <p:spPr>
          <a:xfrm>
            <a:off x="8200073" y="6603921"/>
            <a:ext cx="5634871" cy="85832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00002E"/>
                </a:solidFill>
                <a:highlight>
                  <a:srgbClr val="E6E6F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mongo.db.users.delete_one( {"_id": ObjectId(user_id)})</a:t>
            </a:r>
            <a:endParaRPr lang="en-US" sz="1400" dirty="0"/>
          </a:p>
        </p:txBody>
      </p:sp>
      <p:sp>
        <p:nvSpPr>
          <p:cNvPr id="32" name="Google Shape;688;g36a7fda6971_1_538">
            <a:extLst>
              <a:ext uri="{FF2B5EF4-FFF2-40B4-BE49-F238E27FC236}">
                <a16:creationId xmlns:a16="http://schemas.microsoft.com/office/drawing/2014/main" id="{E543A7A8-5840-000F-0C68-AA95FBC0DDDF}"/>
              </a:ext>
            </a:extLst>
          </p:cNvPr>
          <p:cNvSpPr/>
          <p:nvPr/>
        </p:nvSpPr>
        <p:spPr>
          <a:xfrm>
            <a:off x="12335122" y="333215"/>
            <a:ext cx="1867652" cy="401891"/>
          </a:xfrm>
          <a:custGeom>
            <a:avLst/>
            <a:gdLst/>
            <a:ahLst/>
            <a:cxnLst/>
            <a:rect l="l" t="t" r="r" b="b"/>
            <a:pathLst>
              <a:path w="2431916" h="523313" extrusionOk="0">
                <a:moveTo>
                  <a:pt x="0" y="0"/>
                </a:moveTo>
                <a:lnTo>
                  <a:pt x="2431916" y="0"/>
                </a:lnTo>
                <a:lnTo>
                  <a:pt x="2431916" y="523314"/>
                </a:lnTo>
                <a:lnTo>
                  <a:pt x="0" y="5233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8259" t="-51888" r="-8248" b="-51898"/>
            </a:stretch>
          </a:blipFill>
          <a:ln>
            <a:noFill/>
          </a:ln>
        </p:spPr>
        <p:txBody>
          <a:bodyPr spcFirstLastPara="1" wrap="square" lIns="121900" tIns="60925" rIns="121900" bIns="609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080373"/>
            <a:ext cx="10661333" cy="70401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Mini Project: Student Registration System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2382679"/>
            <a:ext cx="3379470" cy="42231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Core Features</a:t>
            </a:r>
            <a:endParaRPr lang="en-US" sz="2650" dirty="0"/>
          </a:p>
        </p:txBody>
      </p:sp>
      <p:sp>
        <p:nvSpPr>
          <p:cNvPr id="4" name="Text 2"/>
          <p:cNvSpPr/>
          <p:nvPr/>
        </p:nvSpPr>
        <p:spPr>
          <a:xfrm>
            <a:off x="837724" y="3044309"/>
            <a:ext cx="6185535" cy="766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SzPct val="100000"/>
              <a:buNone/>
            </a:pPr>
            <a:r>
              <a:rPr lang="en-US" sz="1850" b="1" dirty="0">
                <a:solidFill>
                  <a:srgbClr val="2D4DF2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Add Students:</a:t>
            </a:r>
            <a:r>
              <a:rPr lang="en-US" sz="1850" dirty="0">
                <a:solidFill>
                  <a:srgbClr val="00002E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 Registration form with name, email, course selection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37724" y="3894058"/>
            <a:ext cx="6185535" cy="3830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SzPct val="100000"/>
              <a:buNone/>
            </a:pPr>
            <a:r>
              <a:rPr lang="en-US" sz="1850" b="1" dirty="0">
                <a:solidFill>
                  <a:srgbClr val="018CE1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View All:</a:t>
            </a:r>
            <a:r>
              <a:rPr lang="en-US" sz="1850" dirty="0">
                <a:solidFill>
                  <a:srgbClr val="00002E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 Display complete student directory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837724" y="4360783"/>
            <a:ext cx="6185535" cy="3830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SzPct val="100000"/>
              <a:buNone/>
            </a:pPr>
            <a:r>
              <a:rPr lang="en-US" sz="1850" b="1" dirty="0">
                <a:solidFill>
                  <a:srgbClr val="DA33BF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Update Info:</a:t>
            </a:r>
            <a:r>
              <a:rPr lang="en-US" sz="1850" dirty="0">
                <a:solidFill>
                  <a:srgbClr val="00002E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 Edit student details and course enrollments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837724" y="4827508"/>
            <a:ext cx="6185535" cy="3830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SzPct val="100000"/>
              <a:buNone/>
            </a:pPr>
            <a:r>
              <a:rPr lang="en-US" sz="1850" b="1" dirty="0">
                <a:solidFill>
                  <a:srgbClr val="00002E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Remove Students:</a:t>
            </a:r>
            <a:r>
              <a:rPr lang="en-US" sz="1850" dirty="0">
                <a:solidFill>
                  <a:srgbClr val="00002E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 Delete records with confirmation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7614761" y="2382679"/>
            <a:ext cx="3955137" cy="42231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Technical Implementation</a:t>
            </a:r>
            <a:endParaRPr lang="en-US" sz="2650" dirty="0"/>
          </a:p>
        </p:txBody>
      </p:sp>
      <p:sp>
        <p:nvSpPr>
          <p:cNvPr id="9" name="Text 7"/>
          <p:cNvSpPr/>
          <p:nvPr/>
        </p:nvSpPr>
        <p:spPr>
          <a:xfrm>
            <a:off x="7614761" y="3044309"/>
            <a:ext cx="6185535" cy="3830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00002E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Flask routes for each CRUD operation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7614761" y="3511034"/>
            <a:ext cx="6185535" cy="3830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00002E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HTML forms for data input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7614761" y="3977759"/>
            <a:ext cx="6185535" cy="3830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00002E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MongoDB collections for persistent storage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7614761" y="4444484"/>
            <a:ext cx="6185535" cy="3830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00002E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Jinja2 templates for dynamic display</a:t>
            </a:r>
            <a:endParaRPr lang="en-US" sz="1850" dirty="0"/>
          </a:p>
        </p:txBody>
      </p:sp>
      <p:sp>
        <p:nvSpPr>
          <p:cNvPr id="13" name="Shape 11"/>
          <p:cNvSpPr/>
          <p:nvPr/>
        </p:nvSpPr>
        <p:spPr>
          <a:xfrm>
            <a:off x="7614761" y="5096708"/>
            <a:ext cx="6185535" cy="1783199"/>
          </a:xfrm>
          <a:prstGeom prst="roundRect">
            <a:avLst>
              <a:gd name="adj" fmla="val 20136"/>
            </a:avLst>
          </a:prstGeom>
          <a:solidFill>
            <a:srgbClr val="B6FCB8"/>
          </a:solidFill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4077" y="5460683"/>
            <a:ext cx="299204" cy="239316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8392597" y="5395793"/>
            <a:ext cx="5168384" cy="11490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This project demonstrates real-world database integration patterns you'll use in larger applications.</a:t>
            </a:r>
            <a:endParaRPr lang="en-US" sz="1850" dirty="0"/>
          </a:p>
        </p:txBody>
      </p:sp>
      <p:sp>
        <p:nvSpPr>
          <p:cNvPr id="16" name="Google Shape;688;g36a7fda6971_1_538">
            <a:extLst>
              <a:ext uri="{FF2B5EF4-FFF2-40B4-BE49-F238E27FC236}">
                <a16:creationId xmlns:a16="http://schemas.microsoft.com/office/drawing/2014/main" id="{E0B37011-088D-8775-57E0-E48E329480FF}"/>
              </a:ext>
            </a:extLst>
          </p:cNvPr>
          <p:cNvSpPr/>
          <p:nvPr/>
        </p:nvSpPr>
        <p:spPr>
          <a:xfrm>
            <a:off x="12335122" y="333215"/>
            <a:ext cx="1867652" cy="401891"/>
          </a:xfrm>
          <a:custGeom>
            <a:avLst/>
            <a:gdLst/>
            <a:ahLst/>
            <a:cxnLst/>
            <a:rect l="l" t="t" r="r" b="b"/>
            <a:pathLst>
              <a:path w="2431916" h="523313" extrusionOk="0">
                <a:moveTo>
                  <a:pt x="0" y="0"/>
                </a:moveTo>
                <a:lnTo>
                  <a:pt x="2431916" y="0"/>
                </a:lnTo>
                <a:lnTo>
                  <a:pt x="2431916" y="523314"/>
                </a:lnTo>
                <a:lnTo>
                  <a:pt x="0" y="5233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l="-8259" t="-51888" r="-8248" b="-51898"/>
            </a:stretch>
          </a:blipFill>
          <a:ln>
            <a:noFill/>
          </a:ln>
        </p:spPr>
        <p:txBody>
          <a:bodyPr spcFirstLastPara="1" wrap="square" lIns="121900" tIns="60925" rIns="121900" bIns="609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694021"/>
            <a:ext cx="7444026" cy="70401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Key Takeaways &amp; Next Steps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837724" y="2757011"/>
            <a:ext cx="6357818" cy="3126343"/>
          </a:xfrm>
          <a:prstGeom prst="roundRect">
            <a:avLst>
              <a:gd name="adj" fmla="val 11485"/>
            </a:avLst>
          </a:prstGeom>
          <a:solidFill>
            <a:srgbClr val="F3F3FF"/>
          </a:solidFill>
          <a:ln w="22860">
            <a:solidFill>
              <a:srgbClr val="2D4D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9899" y="3019187"/>
            <a:ext cx="718066" cy="718066"/>
          </a:xfrm>
          <a:prstGeom prst="roundRect">
            <a:avLst>
              <a:gd name="adj" fmla="val 12732932"/>
            </a:avLst>
          </a:prstGeom>
          <a:solidFill>
            <a:srgbClr val="2D4DF2"/>
          </a:solidFill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7305" y="3176230"/>
            <a:ext cx="323136" cy="4038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9899" y="3976568"/>
            <a:ext cx="4403884" cy="3519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Flask + Database = Dynamic Apps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99899" y="4472107"/>
            <a:ext cx="5833467" cy="11490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Combining Flask with MongoDB transforms static websites into interactive, data-driven applications that can grow with your needs.</a:t>
            </a:r>
            <a:endParaRPr lang="en-US" sz="1850" dirty="0"/>
          </a:p>
        </p:txBody>
      </p:sp>
      <p:sp>
        <p:nvSpPr>
          <p:cNvPr id="8" name="Shape 5"/>
          <p:cNvSpPr/>
          <p:nvPr/>
        </p:nvSpPr>
        <p:spPr>
          <a:xfrm>
            <a:off x="7434858" y="2757011"/>
            <a:ext cx="6357818" cy="3126343"/>
          </a:xfrm>
          <a:prstGeom prst="roundRect">
            <a:avLst>
              <a:gd name="adj" fmla="val 11485"/>
            </a:avLst>
          </a:prstGeom>
          <a:solidFill>
            <a:srgbClr val="F3F3FF"/>
          </a:solidFill>
          <a:ln w="22860">
            <a:solidFill>
              <a:srgbClr val="018CE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697033" y="3019187"/>
            <a:ext cx="718066" cy="718066"/>
          </a:xfrm>
          <a:prstGeom prst="roundRect">
            <a:avLst>
              <a:gd name="adj" fmla="val 12732932"/>
            </a:avLst>
          </a:prstGeom>
          <a:solidFill>
            <a:srgbClr val="018CE1"/>
          </a:solidFill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4439" y="3176230"/>
            <a:ext cx="323136" cy="4038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697033" y="3976568"/>
            <a:ext cx="4677132" cy="3519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MongoDB: Beginner-Friendly Choice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7697033" y="4472107"/>
            <a:ext cx="5833467" cy="11490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Its flexible document structure and intuitive JSON-like format make MongoDB ideal for learning database concepts without SQL complexity.</a:t>
            </a:r>
            <a:endParaRPr lang="en-US" sz="1850" dirty="0"/>
          </a:p>
        </p:txBody>
      </p:sp>
      <p:sp>
        <p:nvSpPr>
          <p:cNvPr id="13" name="Text 9"/>
          <p:cNvSpPr/>
          <p:nvPr/>
        </p:nvSpPr>
        <p:spPr>
          <a:xfrm>
            <a:off x="837724" y="6152555"/>
            <a:ext cx="12954952" cy="3830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anose="020B0703020203020204" pitchFamily="34" charset="0"/>
                <a:ea typeface="PT Sans" panose="020B0703020203020204" pitchFamily="34" charset="-122"/>
                <a:cs typeface="PT Sans" panose="020B0703020203020204" pitchFamily="34" charset="-120"/>
              </a:rPr>
              <a:t>Ready to build something amazing? Your dynamic web development journey starts now!</a:t>
            </a:r>
            <a:endParaRPr lang="en-US" sz="1850" dirty="0"/>
          </a:p>
        </p:txBody>
      </p:sp>
      <p:sp>
        <p:nvSpPr>
          <p:cNvPr id="14" name="Google Shape;688;g36a7fda6971_1_538">
            <a:extLst>
              <a:ext uri="{FF2B5EF4-FFF2-40B4-BE49-F238E27FC236}">
                <a16:creationId xmlns:a16="http://schemas.microsoft.com/office/drawing/2014/main" id="{50D20996-3F1F-1D71-B285-83689A468E74}"/>
              </a:ext>
            </a:extLst>
          </p:cNvPr>
          <p:cNvSpPr/>
          <p:nvPr/>
        </p:nvSpPr>
        <p:spPr>
          <a:xfrm>
            <a:off x="12335122" y="333215"/>
            <a:ext cx="1867652" cy="401891"/>
          </a:xfrm>
          <a:custGeom>
            <a:avLst/>
            <a:gdLst/>
            <a:ahLst/>
            <a:cxnLst/>
            <a:rect l="l" t="t" r="r" b="b"/>
            <a:pathLst>
              <a:path w="2431916" h="523313" extrusionOk="0">
                <a:moveTo>
                  <a:pt x="0" y="0"/>
                </a:moveTo>
                <a:lnTo>
                  <a:pt x="2431916" y="0"/>
                </a:lnTo>
                <a:lnTo>
                  <a:pt x="2431916" y="523314"/>
                </a:lnTo>
                <a:lnTo>
                  <a:pt x="0" y="5233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l="-8259" t="-51888" r="-8248" b="-51898"/>
            </a:stretch>
          </a:blipFill>
          <a:ln>
            <a:noFill/>
          </a:ln>
        </p:spPr>
        <p:txBody>
          <a:bodyPr spcFirstLastPara="1" wrap="square" lIns="121900" tIns="60925" rIns="121900" bIns="609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915620" y="-2963412"/>
            <a:ext cx="7539088" cy="14156423"/>
            <a:chOff x="0" y="0"/>
            <a:chExt cx="12565145" cy="23594038"/>
          </a:xfrm>
        </p:grpSpPr>
        <p:grpSp>
          <p:nvGrpSpPr>
            <p:cNvPr id="3" name="Group 3"/>
            <p:cNvGrpSpPr/>
            <p:nvPr/>
          </p:nvGrpSpPr>
          <p:grpSpPr>
            <a:xfrm rot="5400000">
              <a:off x="-5514446" y="5514446"/>
              <a:ext cx="23594038" cy="12565145"/>
              <a:chOff x="0" y="0"/>
              <a:chExt cx="812800" cy="43286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812800" cy="432861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432861">
                    <a:moveTo>
                      <a:pt x="406400" y="0"/>
                    </a:moveTo>
                    <a:lnTo>
                      <a:pt x="812800" y="432861"/>
                    </a:lnTo>
                    <a:lnTo>
                      <a:pt x="0" y="432861"/>
                    </a:lnTo>
                    <a:lnTo>
                      <a:pt x="40640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FFFFFF">
                      <a:alpha val="100000"/>
                    </a:srgbClr>
                  </a:gs>
                  <a:gs pos="50000">
                    <a:srgbClr val="FFFFFF">
                      <a:alpha val="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</a:gradFill>
            </p:spPr>
            <p:txBody>
              <a:bodyPr/>
              <a:lstStyle/>
              <a:p>
                <a:endParaRPr lang="en-US" sz="1120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127000" y="200971"/>
                <a:ext cx="558800" cy="200971"/>
              </a:xfrm>
              <a:prstGeom prst="rect">
                <a:avLst/>
              </a:prstGeom>
            </p:spPr>
            <p:txBody>
              <a:bodyPr lIns="40640" tIns="40640" rIns="40640" bIns="40640" rtlCol="0" anchor="ctr"/>
              <a:lstStyle/>
              <a:p>
                <a:pPr algn="ctr">
                  <a:lnSpc>
                    <a:spcPts val="2160"/>
                  </a:lnSpc>
                </a:pPr>
                <a:endParaRPr sz="1120"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 rot="5400000">
              <a:off x="-5514446" y="5514446"/>
              <a:ext cx="23594038" cy="12565145"/>
              <a:chOff x="0" y="0"/>
              <a:chExt cx="812800" cy="43286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812800" cy="432861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432861">
                    <a:moveTo>
                      <a:pt x="406400" y="0"/>
                    </a:moveTo>
                    <a:lnTo>
                      <a:pt x="812800" y="432861"/>
                    </a:lnTo>
                    <a:lnTo>
                      <a:pt x="0" y="432861"/>
                    </a:lnTo>
                    <a:lnTo>
                      <a:pt x="40640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FFFFFF">
                      <a:alpha val="100000"/>
                    </a:srgbClr>
                  </a:gs>
                  <a:gs pos="100000">
                    <a:srgbClr val="E8E8E8">
                      <a:alpha val="0"/>
                    </a:srgbClr>
                  </a:gs>
                </a:gsLst>
                <a:lin ang="2700000"/>
              </a:gradFill>
            </p:spPr>
            <p:txBody>
              <a:bodyPr/>
              <a:lstStyle/>
              <a:p>
                <a:endParaRPr lang="en-US" sz="1120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127000" y="200971"/>
                <a:ext cx="558800" cy="200971"/>
              </a:xfrm>
              <a:prstGeom prst="rect">
                <a:avLst/>
              </a:prstGeom>
            </p:spPr>
            <p:txBody>
              <a:bodyPr lIns="40640" tIns="40640" rIns="40640" bIns="40640" rtlCol="0" anchor="ctr"/>
              <a:lstStyle/>
              <a:p>
                <a:pPr algn="ctr">
                  <a:lnSpc>
                    <a:spcPts val="2160"/>
                  </a:lnSpc>
                </a:pPr>
                <a:endParaRPr sz="1120"/>
              </a:p>
            </p:txBody>
          </p:sp>
        </p:grpSp>
      </p:grpSp>
      <p:grpSp>
        <p:nvGrpSpPr>
          <p:cNvPr id="9" name="Group 9"/>
          <p:cNvGrpSpPr/>
          <p:nvPr/>
        </p:nvGrpSpPr>
        <p:grpSpPr>
          <a:xfrm>
            <a:off x="839226" y="2964900"/>
            <a:ext cx="9173455" cy="2274007"/>
            <a:chOff x="0" y="0"/>
            <a:chExt cx="15289092" cy="379001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5289092" cy="3790012"/>
            </a:xfrm>
            <a:custGeom>
              <a:avLst/>
              <a:gdLst/>
              <a:ahLst/>
              <a:cxnLst/>
              <a:rect l="l" t="t" r="r" b="b"/>
              <a:pathLst>
                <a:path w="15289092" h="3790012">
                  <a:moveTo>
                    <a:pt x="0" y="0"/>
                  </a:moveTo>
                  <a:lnTo>
                    <a:pt x="15289092" y="0"/>
                  </a:lnTo>
                  <a:lnTo>
                    <a:pt x="15289092" y="3790012"/>
                  </a:lnTo>
                  <a:lnTo>
                    <a:pt x="0" y="379001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 sz="1120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200025"/>
              <a:ext cx="15289092" cy="358998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8400"/>
                </a:lnSpc>
              </a:pPr>
              <a:r>
                <a:rPr lang="en-US" sz="8400" b="1">
                  <a:solidFill>
                    <a:srgbClr val="242424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Thank You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867531" y="6825637"/>
            <a:ext cx="7550612" cy="877147"/>
            <a:chOff x="0" y="0"/>
            <a:chExt cx="15289092" cy="177611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5289092" cy="1776119"/>
            </a:xfrm>
            <a:custGeom>
              <a:avLst/>
              <a:gdLst/>
              <a:ahLst/>
              <a:cxnLst/>
              <a:rect l="l" t="t" r="r" b="b"/>
              <a:pathLst>
                <a:path w="15289092" h="1776119">
                  <a:moveTo>
                    <a:pt x="0" y="0"/>
                  </a:moveTo>
                  <a:lnTo>
                    <a:pt x="15289092" y="0"/>
                  </a:lnTo>
                  <a:lnTo>
                    <a:pt x="15289092" y="1776119"/>
                  </a:lnTo>
                  <a:lnTo>
                    <a:pt x="0" y="177611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 sz="1120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76200"/>
              <a:ext cx="15289092" cy="169991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3199"/>
                </a:lnSpc>
              </a:pPr>
              <a:r>
                <a:rPr lang="en-US" sz="3199" b="1">
                  <a:solidFill>
                    <a:srgbClr val="242424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Wait Nahi, </a:t>
              </a:r>
              <a:r>
                <a:rPr lang="en-US" sz="3199" b="1" i="1">
                  <a:solidFill>
                    <a:srgbClr val="FF0000"/>
                  </a:solidFill>
                  <a:latin typeface="Open Sans Bold Italics"/>
                  <a:ea typeface="Open Sans Bold Italics"/>
                  <a:cs typeface="Open Sans Bold Italics"/>
                  <a:sym typeface="Open Sans Bold Italics"/>
                </a:rPr>
                <a:t>Great</a:t>
              </a:r>
              <a:r>
                <a:rPr lang="en-US" sz="3199" b="1">
                  <a:solidFill>
                    <a:srgbClr val="242424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 Kar!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014485" y="5007415"/>
            <a:ext cx="3382255" cy="462984"/>
            <a:chOff x="0" y="0"/>
            <a:chExt cx="5637092" cy="771640"/>
          </a:xfrm>
        </p:grpSpPr>
        <p:sp>
          <p:nvSpPr>
            <p:cNvPr id="16" name="Freeform 16"/>
            <p:cNvSpPr/>
            <p:nvPr/>
          </p:nvSpPr>
          <p:spPr>
            <a:xfrm>
              <a:off x="12700" y="12700"/>
              <a:ext cx="5611622" cy="746252"/>
            </a:xfrm>
            <a:custGeom>
              <a:avLst/>
              <a:gdLst/>
              <a:ahLst/>
              <a:cxnLst/>
              <a:rect l="l" t="t" r="r" b="b"/>
              <a:pathLst>
                <a:path w="5611622" h="746252">
                  <a:moveTo>
                    <a:pt x="0" y="373126"/>
                  </a:moveTo>
                  <a:cubicBezTo>
                    <a:pt x="0" y="167005"/>
                    <a:pt x="171958" y="0"/>
                    <a:pt x="384048" y="0"/>
                  </a:cubicBezTo>
                  <a:lnTo>
                    <a:pt x="5227574" y="0"/>
                  </a:lnTo>
                  <a:cubicBezTo>
                    <a:pt x="5439664" y="0"/>
                    <a:pt x="5611622" y="167005"/>
                    <a:pt x="5611622" y="373126"/>
                  </a:cubicBezTo>
                  <a:cubicBezTo>
                    <a:pt x="5611622" y="579247"/>
                    <a:pt x="5439664" y="746252"/>
                    <a:pt x="5227574" y="746252"/>
                  </a:cubicBezTo>
                  <a:lnTo>
                    <a:pt x="384048" y="746252"/>
                  </a:lnTo>
                  <a:cubicBezTo>
                    <a:pt x="171958" y="746252"/>
                    <a:pt x="0" y="579247"/>
                    <a:pt x="0" y="373126"/>
                  </a:cubicBezTo>
                  <a:close/>
                </a:path>
              </a:pathLst>
            </a:custGeom>
            <a:solidFill>
              <a:srgbClr val="FFFFFF">
                <a:alpha val="784"/>
              </a:srgbClr>
            </a:solidFill>
          </p:spPr>
          <p:txBody>
            <a:bodyPr/>
            <a:lstStyle/>
            <a:p>
              <a:endParaRPr lang="en-US" sz="1120"/>
            </a:p>
          </p:txBody>
        </p:sp>
        <p:sp>
          <p:nvSpPr>
            <p:cNvPr id="17" name="Freeform 17"/>
            <p:cNvSpPr/>
            <p:nvPr/>
          </p:nvSpPr>
          <p:spPr>
            <a:xfrm>
              <a:off x="0" y="0"/>
              <a:ext cx="5637022" cy="771652"/>
            </a:xfrm>
            <a:custGeom>
              <a:avLst/>
              <a:gdLst/>
              <a:ahLst/>
              <a:cxnLst/>
              <a:rect l="l" t="t" r="r" b="b"/>
              <a:pathLst>
                <a:path w="5637022" h="771652">
                  <a:moveTo>
                    <a:pt x="0" y="385826"/>
                  </a:moveTo>
                  <a:cubicBezTo>
                    <a:pt x="0" y="172339"/>
                    <a:pt x="178054" y="0"/>
                    <a:pt x="396748" y="0"/>
                  </a:cubicBezTo>
                  <a:lnTo>
                    <a:pt x="5240274" y="0"/>
                  </a:lnTo>
                  <a:lnTo>
                    <a:pt x="5240274" y="12700"/>
                  </a:lnTo>
                  <a:lnTo>
                    <a:pt x="5240274" y="0"/>
                  </a:lnTo>
                  <a:cubicBezTo>
                    <a:pt x="5459095" y="0"/>
                    <a:pt x="5637022" y="172339"/>
                    <a:pt x="5637022" y="385826"/>
                  </a:cubicBezTo>
                  <a:lnTo>
                    <a:pt x="5624322" y="385826"/>
                  </a:lnTo>
                  <a:lnTo>
                    <a:pt x="5637022" y="385826"/>
                  </a:lnTo>
                  <a:lnTo>
                    <a:pt x="5624322" y="385826"/>
                  </a:lnTo>
                  <a:lnTo>
                    <a:pt x="5637022" y="385826"/>
                  </a:lnTo>
                  <a:cubicBezTo>
                    <a:pt x="5637022" y="599313"/>
                    <a:pt x="5458968" y="771652"/>
                    <a:pt x="5240274" y="771652"/>
                  </a:cubicBezTo>
                  <a:lnTo>
                    <a:pt x="5240274" y="758952"/>
                  </a:lnTo>
                  <a:lnTo>
                    <a:pt x="5240274" y="771652"/>
                  </a:lnTo>
                  <a:lnTo>
                    <a:pt x="396748" y="771652"/>
                  </a:lnTo>
                  <a:lnTo>
                    <a:pt x="396748" y="758952"/>
                  </a:lnTo>
                  <a:lnTo>
                    <a:pt x="396748" y="771652"/>
                  </a:lnTo>
                  <a:cubicBezTo>
                    <a:pt x="178054" y="771652"/>
                    <a:pt x="0" y="599186"/>
                    <a:pt x="0" y="385826"/>
                  </a:cubicBezTo>
                  <a:lnTo>
                    <a:pt x="12700" y="385826"/>
                  </a:lnTo>
                  <a:lnTo>
                    <a:pt x="0" y="385826"/>
                  </a:lnTo>
                  <a:moveTo>
                    <a:pt x="25400" y="385826"/>
                  </a:moveTo>
                  <a:lnTo>
                    <a:pt x="12700" y="385826"/>
                  </a:lnTo>
                  <a:lnTo>
                    <a:pt x="25400" y="385826"/>
                  </a:lnTo>
                  <a:cubicBezTo>
                    <a:pt x="25400" y="584581"/>
                    <a:pt x="191262" y="746252"/>
                    <a:pt x="396748" y="746252"/>
                  </a:cubicBezTo>
                  <a:lnTo>
                    <a:pt x="5240274" y="746252"/>
                  </a:lnTo>
                  <a:cubicBezTo>
                    <a:pt x="5445760" y="746252"/>
                    <a:pt x="5611622" y="584581"/>
                    <a:pt x="5611622" y="385826"/>
                  </a:cubicBezTo>
                  <a:cubicBezTo>
                    <a:pt x="5611622" y="187071"/>
                    <a:pt x="5445760" y="25400"/>
                    <a:pt x="5240274" y="25400"/>
                  </a:cubicBezTo>
                  <a:lnTo>
                    <a:pt x="396748" y="25400"/>
                  </a:lnTo>
                  <a:lnTo>
                    <a:pt x="396748" y="12700"/>
                  </a:lnTo>
                  <a:lnTo>
                    <a:pt x="396748" y="25400"/>
                  </a:lnTo>
                  <a:cubicBezTo>
                    <a:pt x="191262" y="25400"/>
                    <a:pt x="25400" y="187071"/>
                    <a:pt x="25400" y="385826"/>
                  </a:cubicBezTo>
                  <a:close/>
                </a:path>
              </a:pathLst>
            </a:custGeom>
            <a:solidFill>
              <a:srgbClr val="242424"/>
            </a:solidFill>
          </p:spPr>
          <p:txBody>
            <a:bodyPr/>
            <a:lstStyle/>
            <a:p>
              <a:endParaRPr lang="en-US" sz="1120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045552" y="5033579"/>
            <a:ext cx="3300450" cy="443765"/>
            <a:chOff x="-32787" y="0"/>
            <a:chExt cx="5500751" cy="73960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5467964" cy="646330"/>
            </a:xfrm>
            <a:custGeom>
              <a:avLst/>
              <a:gdLst/>
              <a:ahLst/>
              <a:cxnLst/>
              <a:rect l="l" t="t" r="r" b="b"/>
              <a:pathLst>
                <a:path w="5467964" h="646330">
                  <a:moveTo>
                    <a:pt x="0" y="0"/>
                  </a:moveTo>
                  <a:lnTo>
                    <a:pt x="5467964" y="0"/>
                  </a:lnTo>
                  <a:lnTo>
                    <a:pt x="5467964" y="646330"/>
                  </a:lnTo>
                  <a:lnTo>
                    <a:pt x="0" y="646330"/>
                  </a:lnTo>
                  <a:close/>
                </a:path>
              </a:pathLst>
            </a:custGeom>
            <a:solidFill>
              <a:srgbClr val="242424">
                <a:alpha val="0"/>
              </a:srgbClr>
            </a:solidFill>
          </p:spPr>
          <p:txBody>
            <a:bodyPr/>
            <a:lstStyle/>
            <a:p>
              <a:endParaRPr lang="en-US" sz="1120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-32787" y="93279"/>
              <a:ext cx="5467964" cy="64633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2160"/>
                </a:lnSpc>
              </a:pPr>
              <a:r>
                <a:rPr lang="en-US" spc="246" dirty="0">
                  <a:solidFill>
                    <a:srgbClr val="242424"/>
                  </a:solidFill>
                  <a:latin typeface="Open Sans"/>
                  <a:ea typeface="Open Sans"/>
                  <a:cs typeface="Open Sans"/>
                  <a:sym typeface="Open Sans"/>
                </a:rPr>
                <a:t>www.herovired.com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 rot="5400000">
            <a:off x="10883049" y="3392049"/>
            <a:ext cx="2714278" cy="1445504"/>
            <a:chOff x="0" y="0"/>
            <a:chExt cx="812800" cy="432861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432861"/>
            </a:xfrm>
            <a:custGeom>
              <a:avLst/>
              <a:gdLst/>
              <a:ahLst/>
              <a:cxnLst/>
              <a:rect l="l" t="t" r="r" b="b"/>
              <a:pathLst>
                <a:path w="812800" h="432861">
                  <a:moveTo>
                    <a:pt x="406400" y="0"/>
                  </a:moveTo>
                  <a:lnTo>
                    <a:pt x="812800" y="432861"/>
                  </a:lnTo>
                  <a:lnTo>
                    <a:pt x="0" y="432861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/>
            <a:lstStyle/>
            <a:p>
              <a:endParaRPr lang="en-US" sz="1120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27000" y="200971"/>
              <a:ext cx="558800" cy="200971"/>
            </a:xfrm>
            <a:prstGeom prst="rect">
              <a:avLst/>
            </a:prstGeom>
          </p:spPr>
          <p:txBody>
            <a:bodyPr lIns="40640" tIns="40640" rIns="40640" bIns="40640" rtlCol="0" anchor="ctr"/>
            <a:lstStyle/>
            <a:p>
              <a:pPr algn="ctr">
                <a:lnSpc>
                  <a:spcPts val="2160"/>
                </a:lnSpc>
              </a:pPr>
              <a:endParaRPr sz="1120"/>
            </a:p>
          </p:txBody>
        </p:sp>
      </p:grpSp>
      <p:grpSp>
        <p:nvGrpSpPr>
          <p:cNvPr id="24" name="Group 24"/>
          <p:cNvGrpSpPr/>
          <p:nvPr/>
        </p:nvGrpSpPr>
        <p:grpSpPr>
          <a:xfrm rot="5400000">
            <a:off x="12253580" y="5842564"/>
            <a:ext cx="1585748" cy="844500"/>
            <a:chOff x="0" y="0"/>
            <a:chExt cx="812800" cy="432861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432861"/>
            </a:xfrm>
            <a:custGeom>
              <a:avLst/>
              <a:gdLst/>
              <a:ahLst/>
              <a:cxnLst/>
              <a:rect l="l" t="t" r="r" b="b"/>
              <a:pathLst>
                <a:path w="812800" h="432861">
                  <a:moveTo>
                    <a:pt x="406400" y="0"/>
                  </a:moveTo>
                  <a:lnTo>
                    <a:pt x="812800" y="432861"/>
                  </a:lnTo>
                  <a:lnTo>
                    <a:pt x="0" y="432861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8200"/>
            </a:solidFill>
          </p:spPr>
          <p:txBody>
            <a:bodyPr/>
            <a:lstStyle/>
            <a:p>
              <a:endParaRPr lang="en-US" sz="1120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27000" y="200971"/>
              <a:ext cx="558800" cy="200971"/>
            </a:xfrm>
            <a:prstGeom prst="rect">
              <a:avLst/>
            </a:prstGeom>
          </p:spPr>
          <p:txBody>
            <a:bodyPr lIns="40640" tIns="40640" rIns="40640" bIns="40640" rtlCol="0" anchor="ctr"/>
            <a:lstStyle/>
            <a:p>
              <a:pPr algn="ctr">
                <a:lnSpc>
                  <a:spcPts val="2160"/>
                </a:lnSpc>
              </a:pPr>
              <a:endParaRPr sz="1120"/>
            </a:p>
          </p:txBody>
        </p:sp>
      </p:grpSp>
      <p:grpSp>
        <p:nvGrpSpPr>
          <p:cNvPr id="27" name="Group 27"/>
          <p:cNvGrpSpPr/>
          <p:nvPr/>
        </p:nvGrpSpPr>
        <p:grpSpPr>
          <a:xfrm rot="5400000">
            <a:off x="12006508" y="1140154"/>
            <a:ext cx="1357139" cy="722752"/>
            <a:chOff x="0" y="0"/>
            <a:chExt cx="812800" cy="432861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432861"/>
            </a:xfrm>
            <a:custGeom>
              <a:avLst/>
              <a:gdLst/>
              <a:ahLst/>
              <a:cxnLst/>
              <a:rect l="l" t="t" r="r" b="b"/>
              <a:pathLst>
                <a:path w="812800" h="432861">
                  <a:moveTo>
                    <a:pt x="406400" y="0"/>
                  </a:moveTo>
                  <a:lnTo>
                    <a:pt x="812800" y="432861"/>
                  </a:lnTo>
                  <a:lnTo>
                    <a:pt x="0" y="432861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4392"/>
            </a:solidFill>
          </p:spPr>
          <p:txBody>
            <a:bodyPr/>
            <a:lstStyle/>
            <a:p>
              <a:endParaRPr lang="en-US" sz="1120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27000" y="200971"/>
              <a:ext cx="558800" cy="200971"/>
            </a:xfrm>
            <a:prstGeom prst="rect">
              <a:avLst/>
            </a:prstGeom>
          </p:spPr>
          <p:txBody>
            <a:bodyPr lIns="40640" tIns="40640" rIns="40640" bIns="40640" rtlCol="0" anchor="ctr"/>
            <a:lstStyle/>
            <a:p>
              <a:pPr algn="ctr">
                <a:lnSpc>
                  <a:spcPts val="2160"/>
                </a:lnSpc>
              </a:pPr>
              <a:endParaRPr sz="1120"/>
            </a:p>
          </p:txBody>
        </p:sp>
      </p:grpSp>
      <p:grpSp>
        <p:nvGrpSpPr>
          <p:cNvPr id="30" name="Group 30"/>
          <p:cNvGrpSpPr/>
          <p:nvPr/>
        </p:nvGrpSpPr>
        <p:grpSpPr>
          <a:xfrm rot="5400000">
            <a:off x="12946450" y="2694352"/>
            <a:ext cx="1016041" cy="541098"/>
            <a:chOff x="0" y="0"/>
            <a:chExt cx="812800" cy="432861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812800" cy="432861"/>
            </a:xfrm>
            <a:custGeom>
              <a:avLst/>
              <a:gdLst/>
              <a:ahLst/>
              <a:cxnLst/>
              <a:rect l="l" t="t" r="r" b="b"/>
              <a:pathLst>
                <a:path w="812800" h="432861">
                  <a:moveTo>
                    <a:pt x="406400" y="0"/>
                  </a:moveTo>
                  <a:lnTo>
                    <a:pt x="812800" y="432861"/>
                  </a:lnTo>
                  <a:lnTo>
                    <a:pt x="0" y="432861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D500"/>
            </a:solidFill>
          </p:spPr>
          <p:txBody>
            <a:bodyPr/>
            <a:lstStyle/>
            <a:p>
              <a:endParaRPr lang="en-US" sz="1120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27000" y="200971"/>
              <a:ext cx="558800" cy="200971"/>
            </a:xfrm>
            <a:prstGeom prst="rect">
              <a:avLst/>
            </a:prstGeom>
          </p:spPr>
          <p:txBody>
            <a:bodyPr lIns="40640" tIns="40640" rIns="40640" bIns="40640" rtlCol="0" anchor="ctr"/>
            <a:lstStyle/>
            <a:p>
              <a:pPr algn="ctr">
                <a:lnSpc>
                  <a:spcPts val="2160"/>
                </a:lnSpc>
              </a:pPr>
              <a:endParaRPr sz="1120"/>
            </a:p>
          </p:txBody>
        </p:sp>
      </p:grpSp>
      <p:grpSp>
        <p:nvGrpSpPr>
          <p:cNvPr id="33" name="Group 33"/>
          <p:cNvGrpSpPr/>
          <p:nvPr/>
        </p:nvGrpSpPr>
        <p:grpSpPr>
          <a:xfrm rot="5400000">
            <a:off x="9919381" y="2061669"/>
            <a:ext cx="1357139" cy="722752"/>
            <a:chOff x="0" y="0"/>
            <a:chExt cx="812800" cy="432861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812800" cy="432861"/>
            </a:xfrm>
            <a:custGeom>
              <a:avLst/>
              <a:gdLst/>
              <a:ahLst/>
              <a:cxnLst/>
              <a:rect l="l" t="t" r="r" b="b"/>
              <a:pathLst>
                <a:path w="812800" h="432861">
                  <a:moveTo>
                    <a:pt x="406400" y="0"/>
                  </a:moveTo>
                  <a:lnTo>
                    <a:pt x="812800" y="432861"/>
                  </a:lnTo>
                  <a:lnTo>
                    <a:pt x="0" y="432861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69217B"/>
            </a:solidFill>
          </p:spPr>
          <p:txBody>
            <a:bodyPr/>
            <a:lstStyle/>
            <a:p>
              <a:endParaRPr lang="en-US" sz="1120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27000" y="200971"/>
              <a:ext cx="558800" cy="200971"/>
            </a:xfrm>
            <a:prstGeom prst="rect">
              <a:avLst/>
            </a:prstGeom>
          </p:spPr>
          <p:txBody>
            <a:bodyPr lIns="40640" tIns="40640" rIns="40640" bIns="40640" rtlCol="0" anchor="ctr"/>
            <a:lstStyle/>
            <a:p>
              <a:pPr algn="ctr">
                <a:lnSpc>
                  <a:spcPts val="2160"/>
                </a:lnSpc>
              </a:pPr>
              <a:endParaRPr sz="1120"/>
            </a:p>
          </p:txBody>
        </p:sp>
      </p:grpSp>
      <p:grpSp>
        <p:nvGrpSpPr>
          <p:cNvPr id="36" name="Group 36"/>
          <p:cNvGrpSpPr/>
          <p:nvPr/>
        </p:nvGrpSpPr>
        <p:grpSpPr>
          <a:xfrm rot="5400000">
            <a:off x="10280756" y="5789133"/>
            <a:ext cx="1357139" cy="722752"/>
            <a:chOff x="0" y="0"/>
            <a:chExt cx="812800" cy="432861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432861"/>
            </a:xfrm>
            <a:custGeom>
              <a:avLst/>
              <a:gdLst/>
              <a:ahLst/>
              <a:cxnLst/>
              <a:rect l="l" t="t" r="r" b="b"/>
              <a:pathLst>
                <a:path w="812800" h="432861">
                  <a:moveTo>
                    <a:pt x="406400" y="0"/>
                  </a:moveTo>
                  <a:lnTo>
                    <a:pt x="812800" y="432861"/>
                  </a:lnTo>
                  <a:lnTo>
                    <a:pt x="0" y="432861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BD6A"/>
            </a:solidFill>
          </p:spPr>
          <p:txBody>
            <a:bodyPr/>
            <a:lstStyle/>
            <a:p>
              <a:endParaRPr lang="en-US" sz="1120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27000" y="200971"/>
              <a:ext cx="558800" cy="200971"/>
            </a:xfrm>
            <a:prstGeom prst="rect">
              <a:avLst/>
            </a:prstGeom>
          </p:spPr>
          <p:txBody>
            <a:bodyPr lIns="40640" tIns="40640" rIns="40640" bIns="40640" rtlCol="0" anchor="ctr"/>
            <a:lstStyle/>
            <a:p>
              <a:pPr algn="ctr">
                <a:lnSpc>
                  <a:spcPts val="2160"/>
                </a:lnSpc>
              </a:pPr>
              <a:endParaRPr sz="1120"/>
            </a:p>
          </p:txBody>
        </p:sp>
      </p:grpSp>
      <p:grpSp>
        <p:nvGrpSpPr>
          <p:cNvPr id="39" name="Group 39"/>
          <p:cNvGrpSpPr/>
          <p:nvPr/>
        </p:nvGrpSpPr>
        <p:grpSpPr>
          <a:xfrm rot="5400000">
            <a:off x="11043640" y="967473"/>
            <a:ext cx="618308" cy="329284"/>
            <a:chOff x="0" y="0"/>
            <a:chExt cx="812800" cy="432861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432861"/>
            </a:xfrm>
            <a:custGeom>
              <a:avLst/>
              <a:gdLst/>
              <a:ahLst/>
              <a:cxnLst/>
              <a:rect l="l" t="t" r="r" b="b"/>
              <a:pathLst>
                <a:path w="812800" h="432861">
                  <a:moveTo>
                    <a:pt x="406400" y="0"/>
                  </a:moveTo>
                  <a:lnTo>
                    <a:pt x="812800" y="432861"/>
                  </a:lnTo>
                  <a:lnTo>
                    <a:pt x="0" y="432861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8200"/>
            </a:solidFill>
          </p:spPr>
          <p:txBody>
            <a:bodyPr/>
            <a:lstStyle/>
            <a:p>
              <a:endParaRPr lang="en-US" sz="1120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27000" y="200971"/>
              <a:ext cx="558800" cy="200971"/>
            </a:xfrm>
            <a:prstGeom prst="rect">
              <a:avLst/>
            </a:prstGeom>
          </p:spPr>
          <p:txBody>
            <a:bodyPr lIns="40640" tIns="40640" rIns="40640" bIns="40640" rtlCol="0" anchor="ctr"/>
            <a:lstStyle/>
            <a:p>
              <a:pPr algn="ctr">
                <a:lnSpc>
                  <a:spcPts val="2160"/>
                </a:lnSpc>
              </a:pPr>
              <a:endParaRPr sz="1120"/>
            </a:p>
          </p:txBody>
        </p:sp>
      </p:grpSp>
      <p:grpSp>
        <p:nvGrpSpPr>
          <p:cNvPr id="42" name="Group 42"/>
          <p:cNvGrpSpPr/>
          <p:nvPr/>
        </p:nvGrpSpPr>
        <p:grpSpPr>
          <a:xfrm rot="5400000">
            <a:off x="13149376" y="4684342"/>
            <a:ext cx="474799" cy="252857"/>
            <a:chOff x="0" y="0"/>
            <a:chExt cx="812800" cy="432861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812800" cy="432861"/>
            </a:xfrm>
            <a:custGeom>
              <a:avLst/>
              <a:gdLst/>
              <a:ahLst/>
              <a:cxnLst/>
              <a:rect l="l" t="t" r="r" b="b"/>
              <a:pathLst>
                <a:path w="812800" h="432861">
                  <a:moveTo>
                    <a:pt x="406400" y="0"/>
                  </a:moveTo>
                  <a:lnTo>
                    <a:pt x="812800" y="432861"/>
                  </a:lnTo>
                  <a:lnTo>
                    <a:pt x="0" y="432861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69217B"/>
            </a:solidFill>
          </p:spPr>
          <p:txBody>
            <a:bodyPr/>
            <a:lstStyle/>
            <a:p>
              <a:endParaRPr lang="en-US" sz="1120"/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27000" y="200971"/>
              <a:ext cx="558800" cy="200971"/>
            </a:xfrm>
            <a:prstGeom prst="rect">
              <a:avLst/>
            </a:prstGeom>
          </p:spPr>
          <p:txBody>
            <a:bodyPr lIns="40640" tIns="40640" rIns="40640" bIns="40640" rtlCol="0" anchor="ctr"/>
            <a:lstStyle/>
            <a:p>
              <a:pPr algn="ctr">
                <a:lnSpc>
                  <a:spcPts val="2160"/>
                </a:lnSpc>
              </a:pPr>
              <a:endParaRPr sz="1120"/>
            </a:p>
          </p:txBody>
        </p:sp>
      </p:grpSp>
      <p:grpSp>
        <p:nvGrpSpPr>
          <p:cNvPr id="45" name="Group 45"/>
          <p:cNvGrpSpPr/>
          <p:nvPr/>
        </p:nvGrpSpPr>
        <p:grpSpPr>
          <a:xfrm rot="5400000">
            <a:off x="13825144" y="3988372"/>
            <a:ext cx="474799" cy="252857"/>
            <a:chOff x="0" y="0"/>
            <a:chExt cx="812800" cy="432861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812800" cy="432861"/>
            </a:xfrm>
            <a:custGeom>
              <a:avLst/>
              <a:gdLst/>
              <a:ahLst/>
              <a:cxnLst/>
              <a:rect l="l" t="t" r="r" b="b"/>
              <a:pathLst>
                <a:path w="812800" h="432861">
                  <a:moveTo>
                    <a:pt x="406400" y="0"/>
                  </a:moveTo>
                  <a:lnTo>
                    <a:pt x="812800" y="432861"/>
                  </a:lnTo>
                  <a:lnTo>
                    <a:pt x="0" y="432861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/>
            <a:lstStyle/>
            <a:p>
              <a:endParaRPr lang="en-US" sz="1120"/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27000" y="200971"/>
              <a:ext cx="558800" cy="200971"/>
            </a:xfrm>
            <a:prstGeom prst="rect">
              <a:avLst/>
            </a:prstGeom>
          </p:spPr>
          <p:txBody>
            <a:bodyPr lIns="40640" tIns="40640" rIns="40640" bIns="40640" rtlCol="0" anchor="ctr"/>
            <a:lstStyle/>
            <a:p>
              <a:pPr algn="ctr">
                <a:lnSpc>
                  <a:spcPts val="2160"/>
                </a:lnSpc>
              </a:pPr>
              <a:endParaRPr sz="1120"/>
            </a:p>
          </p:txBody>
        </p:sp>
      </p:grpSp>
      <p:grpSp>
        <p:nvGrpSpPr>
          <p:cNvPr id="48" name="Group 48"/>
          <p:cNvGrpSpPr/>
          <p:nvPr/>
        </p:nvGrpSpPr>
        <p:grpSpPr>
          <a:xfrm rot="5400000">
            <a:off x="10869429" y="7330078"/>
            <a:ext cx="281815" cy="150083"/>
            <a:chOff x="0" y="0"/>
            <a:chExt cx="812800" cy="432861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812800" cy="432861"/>
            </a:xfrm>
            <a:custGeom>
              <a:avLst/>
              <a:gdLst/>
              <a:ahLst/>
              <a:cxnLst/>
              <a:rect l="l" t="t" r="r" b="b"/>
              <a:pathLst>
                <a:path w="812800" h="432861">
                  <a:moveTo>
                    <a:pt x="406400" y="0"/>
                  </a:moveTo>
                  <a:lnTo>
                    <a:pt x="812800" y="432861"/>
                  </a:lnTo>
                  <a:lnTo>
                    <a:pt x="0" y="432861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/>
            <a:lstStyle/>
            <a:p>
              <a:endParaRPr lang="en-US" sz="1120"/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27000" y="200971"/>
              <a:ext cx="558800" cy="200971"/>
            </a:xfrm>
            <a:prstGeom prst="rect">
              <a:avLst/>
            </a:prstGeom>
          </p:spPr>
          <p:txBody>
            <a:bodyPr lIns="40640" tIns="40640" rIns="40640" bIns="40640" rtlCol="0" anchor="ctr"/>
            <a:lstStyle/>
            <a:p>
              <a:pPr algn="ctr">
                <a:lnSpc>
                  <a:spcPts val="2160"/>
                </a:lnSpc>
              </a:pPr>
              <a:endParaRPr sz="1120"/>
            </a:p>
          </p:txBody>
        </p:sp>
      </p:grpSp>
      <p:grpSp>
        <p:nvGrpSpPr>
          <p:cNvPr id="51" name="Group 51"/>
          <p:cNvGrpSpPr/>
          <p:nvPr/>
        </p:nvGrpSpPr>
        <p:grpSpPr>
          <a:xfrm rot="5400000">
            <a:off x="11563668" y="6790415"/>
            <a:ext cx="618308" cy="329284"/>
            <a:chOff x="0" y="0"/>
            <a:chExt cx="812800" cy="432861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812800" cy="432861"/>
            </a:xfrm>
            <a:custGeom>
              <a:avLst/>
              <a:gdLst/>
              <a:ahLst/>
              <a:cxnLst/>
              <a:rect l="l" t="t" r="r" b="b"/>
              <a:pathLst>
                <a:path w="812800" h="432861">
                  <a:moveTo>
                    <a:pt x="406400" y="0"/>
                  </a:moveTo>
                  <a:lnTo>
                    <a:pt x="812800" y="432861"/>
                  </a:lnTo>
                  <a:lnTo>
                    <a:pt x="0" y="432861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4392"/>
            </a:solidFill>
          </p:spPr>
          <p:txBody>
            <a:bodyPr/>
            <a:lstStyle/>
            <a:p>
              <a:endParaRPr lang="en-US" sz="1120"/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27000" y="200971"/>
              <a:ext cx="558800" cy="200971"/>
            </a:xfrm>
            <a:prstGeom prst="rect">
              <a:avLst/>
            </a:prstGeom>
          </p:spPr>
          <p:txBody>
            <a:bodyPr lIns="40640" tIns="40640" rIns="40640" bIns="40640" rtlCol="0" anchor="ctr"/>
            <a:lstStyle/>
            <a:p>
              <a:pPr algn="ctr">
                <a:lnSpc>
                  <a:spcPts val="2160"/>
                </a:lnSpc>
              </a:pPr>
              <a:endParaRPr sz="1120"/>
            </a:p>
          </p:txBody>
        </p:sp>
      </p:grpSp>
      <p:sp>
        <p:nvSpPr>
          <p:cNvPr id="54" name="Freeform 54"/>
          <p:cNvSpPr/>
          <p:nvPr/>
        </p:nvSpPr>
        <p:spPr>
          <a:xfrm>
            <a:off x="867530" y="822960"/>
            <a:ext cx="3478472" cy="748517"/>
          </a:xfrm>
          <a:custGeom>
            <a:avLst/>
            <a:gdLst/>
            <a:ahLst/>
            <a:cxnLst/>
            <a:rect l="l" t="t" r="r" b="b"/>
            <a:pathLst>
              <a:path w="4348090" h="935646">
                <a:moveTo>
                  <a:pt x="0" y="0"/>
                </a:moveTo>
                <a:lnTo>
                  <a:pt x="4348090" y="0"/>
                </a:lnTo>
                <a:lnTo>
                  <a:pt x="4348090" y="935646"/>
                </a:lnTo>
                <a:lnTo>
                  <a:pt x="0" y="9356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8261" t="-51913" r="-8261" b="-51913"/>
            </a:stretch>
          </a:blipFill>
        </p:spPr>
        <p:txBody>
          <a:bodyPr/>
          <a:lstStyle/>
          <a:p>
            <a:endParaRPr lang="en-US" sz="1120"/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Default 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7DB6EF"/>
      </a:accent1>
      <a:accent2>
        <a:srgbClr val="C0504D"/>
      </a:accent2>
      <a:accent3>
        <a:srgbClr val="FFFFFF"/>
      </a:accent3>
      <a:accent4>
        <a:srgbClr val="000000"/>
      </a:accent4>
      <a:accent5>
        <a:srgbClr val="C0D7F5"/>
      </a:accent5>
      <a:accent6>
        <a:srgbClr val="AC4744"/>
      </a:accent6>
      <a:hlink>
        <a:srgbClr val="0066CC"/>
      </a:hlink>
      <a:folHlink>
        <a:srgbClr val="800080"/>
      </a:folHlink>
    </a:clrScheme>
    <a:fontScheme name="">
      <a:majorFont>
        <a:latin typeface="Arial"/>
        <a:ea typeface="Arial"/>
        <a:cs typeface=""/>
      </a:majorFont>
      <a:minorFont>
        <a:latin typeface="Arial"/>
        <a:ea typeface="Ari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7DB6EF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C0D7F5"/>
        </a:accent5>
        <a:accent6>
          <a:srgbClr val="AC4744"/>
        </a:accent6>
        <a:hlink>
          <a:srgbClr val="0066CC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933</Words>
  <Application>Microsoft Office PowerPoint</Application>
  <PresentationFormat>Custom</PresentationFormat>
  <Paragraphs>113</Paragraphs>
  <Slides>11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1" baseType="lpstr">
      <vt:lpstr>Consolas</vt:lpstr>
      <vt:lpstr>Open Sans Bold Italics</vt:lpstr>
      <vt:lpstr>Nunito Semi Bold</vt:lpstr>
      <vt:lpstr>Calibri</vt:lpstr>
      <vt:lpstr>Open Sans Bold</vt:lpstr>
      <vt:lpstr>Arial</vt:lpstr>
      <vt:lpstr>PT Sans</vt:lpstr>
      <vt:lpstr>Roboto</vt:lpstr>
      <vt:lpstr>Open Sans</vt:lpstr>
      <vt:lpstr>Default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Venkat Kondeti</dc:creator>
  <cp:lastModifiedBy>Venkat Kondeti</cp:lastModifiedBy>
  <cp:revision>4</cp:revision>
  <dcterms:created xsi:type="dcterms:W3CDTF">2025-09-20T08:57:00Z</dcterms:created>
  <dcterms:modified xsi:type="dcterms:W3CDTF">2025-09-29T06:17:02Z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DAA9C11E3EEC4E28A41B1DF10F07F47B_12</vt:lpwstr>
  </property>
  <property fmtid="{D5CDD505-2E9C-101B-9397-08002B2CF9AE}" pid="3" name="KSOProductBuildVer">
    <vt:lpwstr>2057-12.2.0.22549</vt:lpwstr>
  </property>
</Properties>
</file>